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60" r:id="rId2"/>
  </p:sldMasterIdLst>
  <p:notesMasterIdLst>
    <p:notesMasterId r:id="rId12"/>
  </p:notesMasterIdLst>
  <p:sldIdLst>
    <p:sldId id="256" r:id="rId3"/>
    <p:sldId id="262" r:id="rId4"/>
    <p:sldId id="257" r:id="rId5"/>
    <p:sldId id="264" r:id="rId6"/>
    <p:sldId id="265" r:id="rId7"/>
    <p:sldId id="266" r:id="rId8"/>
    <p:sldId id="267" r:id="rId9"/>
    <p:sldId id="268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欢迎" id="{E75E278A-FF0E-49A4-B170-79828D63BBAD}">
          <p14:sldIdLst>
            <p14:sldId id="256"/>
          </p14:sldIdLst>
        </p14:section>
        <p14:section name="设计、令人印象深刻、协作" id="{B9B51309-D148-4332-87C2-07BE32FBCA3B}">
          <p14:sldIdLst>
            <p14:sldId id="262"/>
            <p14:sldId id="257"/>
            <p14:sldId id="264"/>
            <p14:sldId id="265"/>
            <p14:sldId id="266"/>
            <p14:sldId id="267"/>
            <p14:sldId id="268"/>
          </p14:sldIdLst>
        </p14:section>
        <p14:section name="了解更多" id="{2CC34DB2-6590-42C0-AD4B-A04C6060184E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作者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B4A6"/>
    <a:srgbClr val="734F29"/>
    <a:srgbClr val="D24726"/>
    <a:srgbClr val="DD462F"/>
    <a:srgbClr val="AEB785"/>
    <a:srgbClr val="EFD5A2"/>
    <a:srgbClr val="3B3026"/>
    <a:srgbClr val="ECE1CA"/>
    <a:srgbClr val="79553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25" autoAdjust="0"/>
    <p:restoredTop sz="94280" autoAdjust="0"/>
  </p:normalViewPr>
  <p:slideViewPr>
    <p:cSldViewPr snapToGrid="0">
      <p:cViewPr varScale="1">
        <p:scale>
          <a:sx n="79" d="100"/>
          <a:sy n="79" d="100"/>
        </p:scale>
        <p:origin x="180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commentAuthors" Target="commentAuthor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1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latinLnBrk="0">
              <a:defRPr lang="zh-CN" sz="1200"/>
            </a:lvl1pPr>
          </a:lstStyle>
          <a:p>
            <a:endParaRPr lang="zh-CN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latinLnBrk="0">
              <a:defRPr lang="zh-CN" sz="1200"/>
            </a:lvl1pPr>
          </a:lstStyle>
          <a:p>
            <a:fld id="{EC13577B-6902-467D-A26C-08A0DD5E4E03}" type="datetimeFigureOut">
              <a:t>2014/5/8</a:t>
            </a:fld>
            <a:endParaRPr lang="zh-CN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/>
              <a:t>单击此处编辑母版文本样式</a:t>
            </a:r>
          </a:p>
          <a:p>
            <a:pPr lvl="1"/>
            <a:r>
              <a:rPr lang="zh-CN"/>
              <a:t>第二级</a:t>
            </a:r>
          </a:p>
          <a:p>
            <a:pPr lvl="2"/>
            <a:r>
              <a:rPr lang="zh-CN"/>
              <a:t>第三级</a:t>
            </a:r>
          </a:p>
          <a:p>
            <a:pPr lvl="3"/>
            <a:r>
              <a:rPr lang="zh-CN"/>
              <a:t>第四级</a:t>
            </a:r>
          </a:p>
          <a:p>
            <a:pPr lvl="4"/>
            <a:r>
              <a:rPr lang="zh-CN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latinLnBrk="0">
              <a:defRPr lang="zh-CN" sz="1200"/>
            </a:lvl1pPr>
          </a:lstStyle>
          <a:p>
            <a:endParaRPr lang="zh-CN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latinLnBrk="0">
              <a:defRPr lang="zh-CN" sz="1200"/>
            </a:lvl1pPr>
          </a:lstStyle>
          <a:p>
            <a:fld id="{DF61EA0F-A667-4B49-8422-0062BC55E249}" type="slidenum"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61EA0F-A667-4B49-8422-0062BC55E249}" type="slidenum">
              <a:rPr lang="zh-CN" smtClean="0"/>
              <a:t>1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 smtClean="0"/>
              <a:t>在 </a:t>
            </a:r>
            <a:r>
              <a:rPr lang="zh-CN" baseline="0" dirty="0" smtClean="0"/>
              <a:t>“幻灯片放映”模式，单击箭头进入 PowerPoint 入门中心。</a:t>
            </a:r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61EA0F-A667-4B49-8422-0062BC55E249}" type="slidenum">
              <a:rPr lang="en-US" altLang="zh-CN" smtClean="0"/>
              <a:t>9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18511961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12192000" cy="4866468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38200" y="2061006"/>
            <a:ext cx="10515600" cy="2387600"/>
          </a:xfrm>
        </p:spPr>
        <p:txBody>
          <a:bodyPr anchor="b">
            <a:normAutofit/>
          </a:bodyPr>
          <a:lstStyle>
            <a:lvl1pPr algn="l" latinLnBrk="0">
              <a:defRPr lang="zh-CN" sz="5400">
                <a:solidFill>
                  <a:schemeClr val="bg1"/>
                </a:solidFill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38202" y="5110609"/>
            <a:ext cx="6705599" cy="1137793"/>
          </a:xfrm>
        </p:spPr>
        <p:txBody>
          <a:bodyPr>
            <a:normAutofit/>
          </a:bodyPr>
          <a:lstStyle>
            <a:lvl1pPr marL="0" indent="0" algn="l" latinLnBrk="0">
              <a:lnSpc>
                <a:spcPct val="150000"/>
              </a:lnSpc>
              <a:spcBef>
                <a:spcPts val="600"/>
              </a:spcBef>
              <a:buNone/>
              <a:defRPr lang="zh-CN" sz="2800">
                <a:solidFill>
                  <a:srgbClr val="D24726"/>
                </a:solidFill>
                <a:latin typeface="+mj-lt"/>
              </a:defRPr>
            </a:lvl1pPr>
            <a:lvl2pPr marL="457200" indent="0" algn="ctr" latinLnBrk="0">
              <a:buNone/>
              <a:defRPr lang="zh-CN" sz="2000"/>
            </a:lvl2pPr>
            <a:lvl3pPr marL="914400" indent="0" algn="ctr" latinLnBrk="0">
              <a:buNone/>
              <a:defRPr lang="zh-CN" sz="1800"/>
            </a:lvl3pPr>
            <a:lvl4pPr marL="1371600" indent="0" algn="ctr" latinLnBrk="0">
              <a:buNone/>
              <a:defRPr lang="zh-CN" sz="1600"/>
            </a:lvl4pPr>
            <a:lvl5pPr marL="1828800" indent="0" algn="ctr" latinLnBrk="0">
              <a:buNone/>
              <a:defRPr lang="zh-CN" sz="1600"/>
            </a:lvl5pPr>
            <a:lvl6pPr marL="2286000" indent="0" algn="ctr" latinLnBrk="0">
              <a:buNone/>
              <a:defRPr lang="zh-CN" sz="1600"/>
            </a:lvl6pPr>
            <a:lvl7pPr marL="2743200" indent="0" algn="ctr" latinLnBrk="0">
              <a:buNone/>
              <a:defRPr lang="zh-CN" sz="1600"/>
            </a:lvl7pPr>
            <a:lvl8pPr marL="3200400" indent="0" algn="ctr" latinLnBrk="0">
              <a:buNone/>
              <a:defRPr lang="zh-CN" sz="1600"/>
            </a:lvl8pPr>
            <a:lvl9pPr marL="3657600" indent="0" algn="ctr" latinLnBrk="0">
              <a:buNone/>
              <a:defRPr lang="zh-CN"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t>2014/5/8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t>‹#›</a:t>
            </a:fld>
            <a:endParaRPr lang="zh-CN"/>
          </a:p>
        </p:txBody>
      </p:sp>
      <p:sp>
        <p:nvSpPr>
          <p:cNvPr id="8" name="矩形 7"/>
          <p:cNvSpPr/>
          <p:nvPr userDrawn="1"/>
        </p:nvSpPr>
        <p:spPr>
          <a:xfrm>
            <a:off x="0" y="0"/>
            <a:ext cx="12192000" cy="4866468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4434" y="0"/>
            <a:ext cx="10749367" cy="1208868"/>
          </a:xfrm>
        </p:spPr>
        <p:txBody>
          <a:bodyPr anchor="b">
            <a:normAutofit/>
          </a:bodyPr>
          <a:lstStyle>
            <a:lvl1pPr latinLnBrk="0">
              <a:defRPr lang="zh-CN" sz="3600">
                <a:solidFill>
                  <a:schemeClr val="bg1"/>
                </a:solidFill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1" y="1825625"/>
            <a:ext cx="4167753" cy="4351338"/>
          </a:xfrm>
        </p:spPr>
        <p:txBody>
          <a:bodyPr>
            <a:normAutofit/>
          </a:bodyPr>
          <a:lstStyle>
            <a:lvl1pPr marL="0" indent="0" latinLnBrk="0">
              <a:lnSpc>
                <a:spcPct val="150000"/>
              </a:lnSpc>
              <a:spcAft>
                <a:spcPts val="1200"/>
              </a:spcAft>
              <a:buNone/>
              <a:defRPr lang="zh-CN" sz="1600">
                <a:solidFill>
                  <a:schemeClr val="bg1">
                    <a:lumMod val="50000"/>
                  </a:schemeClr>
                </a:solidFill>
              </a:defRPr>
            </a:lvl1pPr>
            <a:lvl2pPr latinLnBrk="0">
              <a:lnSpc>
                <a:spcPct val="150000"/>
              </a:lnSpc>
              <a:spcAft>
                <a:spcPts val="1200"/>
              </a:spcAft>
              <a:defRPr lang="zh-CN" sz="1400">
                <a:solidFill>
                  <a:schemeClr val="bg1">
                    <a:lumMod val="50000"/>
                  </a:schemeClr>
                </a:solidFill>
              </a:defRPr>
            </a:lvl2pPr>
            <a:lvl3pPr latinLnBrk="0">
              <a:lnSpc>
                <a:spcPct val="150000"/>
              </a:lnSpc>
              <a:spcAft>
                <a:spcPts val="1200"/>
              </a:spcAft>
              <a:defRPr lang="zh-CN" sz="1200">
                <a:solidFill>
                  <a:schemeClr val="bg1">
                    <a:lumMod val="50000"/>
                  </a:schemeClr>
                </a:solidFill>
              </a:defRPr>
            </a:lvl3pPr>
            <a:lvl4pPr latinLnBrk="0">
              <a:lnSpc>
                <a:spcPct val="150000"/>
              </a:lnSpc>
              <a:spcAft>
                <a:spcPts val="1200"/>
              </a:spcAft>
              <a:defRPr lang="zh-CN" sz="1100">
                <a:solidFill>
                  <a:schemeClr val="bg1">
                    <a:lumMod val="50000"/>
                  </a:schemeClr>
                </a:solidFill>
              </a:defRPr>
            </a:lvl4pPr>
            <a:lvl5pPr latinLnBrk="0">
              <a:lnSpc>
                <a:spcPct val="150000"/>
              </a:lnSpc>
              <a:spcAft>
                <a:spcPts val="1200"/>
              </a:spcAft>
              <a:defRPr lang="zh-CN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t>2014/5/8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t>‹#›</a:t>
            </a:fld>
            <a:endParaRPr lang="zh-CN"/>
          </a:p>
        </p:txBody>
      </p:sp>
      <p:sp>
        <p:nvSpPr>
          <p:cNvPr id="8" name="矩形 7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5656882" y="1709738"/>
            <a:ext cx="6535119" cy="357518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1" y="2402238"/>
            <a:ext cx="4508715" cy="2187227"/>
          </a:xfrm>
        </p:spPr>
        <p:txBody>
          <a:bodyPr anchor="ctr">
            <a:noAutofit/>
          </a:bodyPr>
          <a:lstStyle>
            <a:lvl1pPr algn="l" latinLnBrk="0">
              <a:defRPr lang="zh-CN" sz="4800">
                <a:solidFill>
                  <a:srgbClr val="D24726"/>
                </a:solidFill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323308" y="2402237"/>
            <a:ext cx="5269424" cy="2187226"/>
          </a:xfrm>
        </p:spPr>
        <p:txBody>
          <a:bodyPr anchor="ctr">
            <a:normAutofit/>
          </a:bodyPr>
          <a:lstStyle>
            <a:lvl1pPr marL="0" indent="0" latinLnBrk="0">
              <a:lnSpc>
                <a:spcPct val="150000"/>
              </a:lnSpc>
              <a:buNone/>
              <a:defRPr lang="zh-CN" sz="2800">
                <a:solidFill>
                  <a:schemeClr val="bg1"/>
                </a:solidFill>
                <a:latin typeface="+mj-lt"/>
              </a:defRPr>
            </a:lvl1pPr>
            <a:lvl2pPr marL="457200" indent="0" latinLnBrk="0">
              <a:buNone/>
              <a:defRPr lang="zh-CN" sz="2000"/>
            </a:lvl2pPr>
            <a:lvl3pPr marL="914400" indent="0" latinLnBrk="0">
              <a:buNone/>
              <a:defRPr lang="zh-CN" sz="1800"/>
            </a:lvl3pPr>
            <a:lvl4pPr marL="1371600" indent="0" latinLnBrk="0">
              <a:buNone/>
              <a:defRPr lang="zh-CN" sz="1600"/>
            </a:lvl4pPr>
            <a:lvl5pPr marL="1828800" indent="0" latinLnBrk="0">
              <a:buNone/>
              <a:defRPr lang="zh-CN" sz="1600"/>
            </a:lvl5pPr>
            <a:lvl6pPr marL="2286000" indent="0" latinLnBrk="0">
              <a:buNone/>
              <a:defRPr lang="zh-CN" sz="1600"/>
            </a:lvl6pPr>
            <a:lvl7pPr marL="2743200" indent="0" latinLnBrk="0">
              <a:buNone/>
              <a:defRPr lang="zh-CN" sz="1600"/>
            </a:lvl7pPr>
            <a:lvl8pPr marL="3200400" indent="0" latinLnBrk="0">
              <a:buNone/>
              <a:defRPr lang="zh-CN" sz="1600"/>
            </a:lvl8pPr>
            <a:lvl9pPr marL="3657600" indent="0" latinLnBrk="0">
              <a:buNone/>
              <a:defRPr lang="zh-CN"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t>2014/5/8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t>‹#›</a:t>
            </a:fld>
            <a:endParaRPr lang="zh-CN"/>
          </a:p>
        </p:txBody>
      </p:sp>
      <p:sp>
        <p:nvSpPr>
          <p:cNvPr id="8" name="矩形 7"/>
          <p:cNvSpPr/>
          <p:nvPr userDrawn="1"/>
        </p:nvSpPr>
        <p:spPr>
          <a:xfrm>
            <a:off x="5656882" y="1709738"/>
            <a:ext cx="6535119" cy="357518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1"/>
            <a:ext cx="10744200" cy="1228436"/>
          </a:xfrm>
        </p:spPr>
        <p:txBody>
          <a:bodyPr anchor="b">
            <a:normAutofit/>
          </a:bodyPr>
          <a:lstStyle>
            <a:lvl1pPr latinLnBrk="0">
              <a:defRPr lang="zh-CN" sz="3600">
                <a:solidFill>
                  <a:schemeClr val="bg1"/>
                </a:solidFill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 vert="horz" lIns="91440" tIns="45720" rIns="91440" bIns="45720" rtlCol="0">
            <a:normAutofit/>
          </a:bodyPr>
          <a:lstStyle>
            <a:lvl1pPr latinLnBrk="0">
              <a:defRPr lang="zh-CN" sz="1600">
                <a:solidFill>
                  <a:schemeClr val="bg1">
                    <a:lumMod val="50000"/>
                  </a:schemeClr>
                </a:solidFill>
              </a:defRPr>
            </a:lvl1pPr>
            <a:lvl2pPr latinLnBrk="0">
              <a:defRPr lang="zh-CN" sz="1400">
                <a:solidFill>
                  <a:schemeClr val="bg1">
                    <a:lumMod val="50000"/>
                  </a:schemeClr>
                </a:solidFill>
              </a:defRPr>
            </a:lvl2pPr>
            <a:lvl3pPr latinLnBrk="0">
              <a:defRPr lang="zh-CN" sz="1200">
                <a:solidFill>
                  <a:schemeClr val="bg1">
                    <a:lumMod val="50000"/>
                  </a:schemeClr>
                </a:solidFill>
              </a:defRPr>
            </a:lvl3pPr>
            <a:lvl4pPr latinLnBrk="0">
              <a:defRPr lang="zh-CN" sz="1100">
                <a:solidFill>
                  <a:schemeClr val="bg1">
                    <a:lumMod val="50000"/>
                  </a:schemeClr>
                </a:solidFill>
              </a:defRPr>
            </a:lvl4pPr>
            <a:lvl5pPr latinLnBrk="0">
              <a:defRPr lang="zh-CN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单击此处编辑母版文本样式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第二级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第三级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第四级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第五级</a:t>
            </a:r>
            <a:endParaRPr lang="zh-CN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 vert="horz" lIns="91440" tIns="45720" rIns="91440" bIns="45720" rtlCol="0">
            <a:normAutofit/>
          </a:bodyPr>
          <a:lstStyle>
            <a:lvl1pPr latinLnBrk="0">
              <a:defRPr lang="zh-CN" sz="1600">
                <a:solidFill>
                  <a:schemeClr val="bg1">
                    <a:lumMod val="50000"/>
                  </a:schemeClr>
                </a:solidFill>
              </a:defRPr>
            </a:lvl1pPr>
            <a:lvl2pPr latinLnBrk="0">
              <a:defRPr lang="zh-CN" sz="1400">
                <a:solidFill>
                  <a:schemeClr val="bg1">
                    <a:lumMod val="50000"/>
                  </a:schemeClr>
                </a:solidFill>
              </a:defRPr>
            </a:lvl2pPr>
            <a:lvl3pPr latinLnBrk="0">
              <a:defRPr lang="zh-CN" sz="1200">
                <a:solidFill>
                  <a:schemeClr val="bg1">
                    <a:lumMod val="50000"/>
                  </a:schemeClr>
                </a:solidFill>
              </a:defRPr>
            </a:lvl3pPr>
            <a:lvl4pPr latinLnBrk="0">
              <a:defRPr lang="zh-CN" sz="1100">
                <a:solidFill>
                  <a:schemeClr val="bg1">
                    <a:lumMod val="50000"/>
                  </a:schemeClr>
                </a:solidFill>
              </a:defRPr>
            </a:lvl4pPr>
            <a:lvl5pPr latinLnBrk="0">
              <a:defRPr lang="zh-CN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单击此处编辑母版文本样式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第二级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第三级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第四级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第五级</a:t>
            </a:r>
            <a:endParaRPr lang="zh-CN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t>2014/5/8</a:t>
            </a:fld>
            <a:endParaRPr 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t>‹#›</a:t>
            </a:fld>
            <a:endParaRPr lang="zh-CN"/>
          </a:p>
        </p:txBody>
      </p:sp>
      <p:sp>
        <p:nvSpPr>
          <p:cNvPr id="9" name="矩形 8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</p:spTree>
    <p:extLst>
      <p:ext uri="{BB962C8B-B14F-4D97-AF65-F5344CB8AC3E}">
        <p14:creationId xmlns:p14="http://schemas.microsoft.com/office/powerpoint/2010/main" val="33282238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0"/>
            <a:ext cx="10737851" cy="1228436"/>
          </a:xfrm>
        </p:spPr>
        <p:txBody>
          <a:bodyPr anchor="b">
            <a:normAutofit/>
          </a:bodyPr>
          <a:lstStyle>
            <a:lvl1pPr latinLnBrk="0">
              <a:defRPr lang="zh-CN" sz="3600">
                <a:solidFill>
                  <a:schemeClr val="bg1"/>
                </a:solidFill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1" y="1489075"/>
            <a:ext cx="5156200" cy="641350"/>
          </a:xfrm>
        </p:spPr>
        <p:txBody>
          <a:bodyPr anchor="b"/>
          <a:lstStyle>
            <a:lvl1pPr marL="0" indent="0" latinLnBrk="0">
              <a:buNone/>
              <a:defRPr lang="zh-CN" sz="2400" b="1"/>
            </a:lvl1pPr>
            <a:lvl2pPr marL="457200" indent="0" latinLnBrk="0">
              <a:buNone/>
              <a:defRPr lang="zh-CN" sz="2000" b="1"/>
            </a:lvl2pPr>
            <a:lvl3pPr marL="914400" indent="0" latinLnBrk="0">
              <a:buNone/>
              <a:defRPr lang="zh-CN" sz="1800" b="1"/>
            </a:lvl3pPr>
            <a:lvl4pPr marL="1371600" indent="0" latinLnBrk="0">
              <a:buNone/>
              <a:defRPr lang="zh-CN" sz="1600" b="1"/>
            </a:lvl4pPr>
            <a:lvl5pPr marL="1828800" indent="0" latinLnBrk="0">
              <a:buNone/>
              <a:defRPr lang="zh-CN" sz="1600" b="1"/>
            </a:lvl5pPr>
            <a:lvl6pPr marL="2286000" indent="0" latinLnBrk="0">
              <a:buNone/>
              <a:defRPr lang="zh-CN" sz="1600" b="1"/>
            </a:lvl6pPr>
            <a:lvl7pPr marL="2743200" indent="0" latinLnBrk="0">
              <a:buNone/>
              <a:defRPr lang="zh-CN" sz="1600" b="1"/>
            </a:lvl7pPr>
            <a:lvl8pPr marL="3200400" indent="0" latinLnBrk="0">
              <a:buNone/>
              <a:defRPr lang="zh-CN" sz="1600" b="1"/>
            </a:lvl8pPr>
            <a:lvl9pPr marL="3657600" indent="0" latinLnBrk="0">
              <a:buNone/>
              <a:defRPr lang="zh-CN"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1851" y="2193927"/>
            <a:ext cx="5156200" cy="3978275"/>
          </a:xfrm>
        </p:spPr>
        <p:txBody>
          <a:bodyPr vert="horz" lIns="91440" tIns="45720" rIns="91440" bIns="45720" rtlCol="0">
            <a:normAutofit/>
          </a:bodyPr>
          <a:lstStyle>
            <a:lvl1pPr latinLnBrk="0">
              <a:defRPr lang="zh-CN" sz="1600">
                <a:solidFill>
                  <a:schemeClr val="bg1">
                    <a:lumMod val="50000"/>
                  </a:schemeClr>
                </a:solidFill>
              </a:defRPr>
            </a:lvl1pPr>
            <a:lvl2pPr latinLnBrk="0">
              <a:defRPr lang="zh-CN" sz="1400">
                <a:solidFill>
                  <a:schemeClr val="bg1">
                    <a:lumMod val="50000"/>
                  </a:schemeClr>
                </a:solidFill>
              </a:defRPr>
            </a:lvl2pPr>
            <a:lvl3pPr latinLnBrk="0">
              <a:defRPr lang="zh-CN" sz="1200">
                <a:solidFill>
                  <a:schemeClr val="bg1">
                    <a:lumMod val="50000"/>
                  </a:schemeClr>
                </a:solidFill>
              </a:defRPr>
            </a:lvl3pPr>
            <a:lvl4pPr latinLnBrk="0">
              <a:defRPr lang="zh-CN" sz="1100">
                <a:solidFill>
                  <a:schemeClr val="bg1">
                    <a:lumMod val="50000"/>
                  </a:schemeClr>
                </a:solidFill>
              </a:defRPr>
            </a:lvl4pPr>
            <a:lvl5pPr latinLnBrk="0">
              <a:defRPr lang="zh-CN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单击此处编辑母版文本样式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第二级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第三级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第四级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第五级</a:t>
            </a:r>
            <a:endParaRPr 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89664" y="1489075"/>
            <a:ext cx="5157787" cy="641350"/>
          </a:xfrm>
        </p:spPr>
        <p:txBody>
          <a:bodyPr anchor="b"/>
          <a:lstStyle>
            <a:lvl1pPr marL="0" indent="0" latinLnBrk="0">
              <a:buNone/>
              <a:defRPr lang="zh-CN" sz="2400" b="1"/>
            </a:lvl1pPr>
            <a:lvl2pPr marL="457200" indent="0" latinLnBrk="0">
              <a:buNone/>
              <a:defRPr lang="zh-CN" sz="2000" b="1"/>
            </a:lvl2pPr>
            <a:lvl3pPr marL="914400" indent="0" latinLnBrk="0">
              <a:buNone/>
              <a:defRPr lang="zh-CN" sz="1800" b="1"/>
            </a:lvl3pPr>
            <a:lvl4pPr marL="1371600" indent="0" latinLnBrk="0">
              <a:buNone/>
              <a:defRPr lang="zh-CN" sz="1600" b="1"/>
            </a:lvl4pPr>
            <a:lvl5pPr marL="1828800" indent="0" latinLnBrk="0">
              <a:buNone/>
              <a:defRPr lang="zh-CN" sz="1600" b="1"/>
            </a:lvl5pPr>
            <a:lvl6pPr marL="2286000" indent="0" latinLnBrk="0">
              <a:buNone/>
              <a:defRPr lang="zh-CN" sz="1600" b="1"/>
            </a:lvl6pPr>
            <a:lvl7pPr marL="2743200" indent="0" latinLnBrk="0">
              <a:buNone/>
              <a:defRPr lang="zh-CN" sz="1600" b="1"/>
            </a:lvl7pPr>
            <a:lvl8pPr marL="3200400" indent="0" latinLnBrk="0">
              <a:buNone/>
              <a:defRPr lang="zh-CN" sz="1600" b="1"/>
            </a:lvl8pPr>
            <a:lvl9pPr marL="3657600" indent="0" latinLnBrk="0">
              <a:buNone/>
              <a:defRPr lang="zh-CN"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89664" y="2193927"/>
            <a:ext cx="5157787" cy="3978275"/>
          </a:xfrm>
        </p:spPr>
        <p:txBody>
          <a:bodyPr vert="horz" lIns="91440" tIns="45720" rIns="91440" bIns="45720" rtlCol="0">
            <a:normAutofit/>
          </a:bodyPr>
          <a:lstStyle>
            <a:lvl1pPr latinLnBrk="0">
              <a:defRPr lang="zh-CN" sz="1600">
                <a:solidFill>
                  <a:schemeClr val="bg1">
                    <a:lumMod val="50000"/>
                  </a:schemeClr>
                </a:solidFill>
              </a:defRPr>
            </a:lvl1pPr>
            <a:lvl2pPr latinLnBrk="0">
              <a:defRPr lang="zh-CN" sz="1400">
                <a:solidFill>
                  <a:schemeClr val="bg1">
                    <a:lumMod val="50000"/>
                  </a:schemeClr>
                </a:solidFill>
              </a:defRPr>
            </a:lvl2pPr>
            <a:lvl3pPr latinLnBrk="0">
              <a:defRPr lang="zh-CN" sz="1200">
                <a:solidFill>
                  <a:schemeClr val="bg1">
                    <a:lumMod val="50000"/>
                  </a:schemeClr>
                </a:solidFill>
              </a:defRPr>
            </a:lvl3pPr>
            <a:lvl4pPr latinLnBrk="0">
              <a:defRPr lang="zh-CN" sz="1100">
                <a:solidFill>
                  <a:schemeClr val="bg1">
                    <a:lumMod val="50000"/>
                  </a:schemeClr>
                </a:solidFill>
              </a:defRPr>
            </a:lvl4pPr>
            <a:lvl5pPr latinLnBrk="0">
              <a:defRPr lang="zh-CN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单击此处编辑母版文本样式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第二级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第三级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第四级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第五级</a:t>
            </a:r>
            <a:endParaRPr lang="zh-CN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t>2014/5/8</a:t>
            </a:fld>
            <a:endParaRPr lang="zh-CN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t>‹#›</a:t>
            </a:fld>
            <a:endParaRPr lang="zh-CN"/>
          </a:p>
        </p:txBody>
      </p:sp>
      <p:sp>
        <p:nvSpPr>
          <p:cNvPr id="11" name="矩形 10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</p:spTree>
    <p:extLst>
      <p:ext uri="{BB962C8B-B14F-4D97-AF65-F5344CB8AC3E}">
        <p14:creationId xmlns:p14="http://schemas.microsoft.com/office/powerpoint/2010/main" val="3606029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1"/>
            <a:ext cx="10744200" cy="1228436"/>
          </a:xfrm>
        </p:spPr>
        <p:txBody>
          <a:bodyPr anchor="b">
            <a:normAutofit/>
          </a:bodyPr>
          <a:lstStyle>
            <a:lvl1pPr latinLnBrk="0">
              <a:defRPr lang="zh-CN" sz="3600">
                <a:solidFill>
                  <a:schemeClr val="bg1"/>
                </a:solidFill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t>2014/5/8</a:t>
            </a:fld>
            <a:endParaRPr lang="zh-CN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t>‹#›</a:t>
            </a:fld>
            <a:endParaRPr lang="zh-CN"/>
          </a:p>
        </p:txBody>
      </p:sp>
      <p:sp>
        <p:nvSpPr>
          <p:cNvPr id="7" name="矩形 6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</p:spTree>
    <p:extLst>
      <p:ext uri="{BB962C8B-B14F-4D97-AF65-F5344CB8AC3E}">
        <p14:creationId xmlns:p14="http://schemas.microsoft.com/office/powerpoint/2010/main" val="100814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t>2014/5/8</a:t>
            </a:fld>
            <a:endParaRPr lang="zh-CN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4037432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题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 latinLnBrk="0">
              <a:defRPr lang="zh-CN"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 vert="horz" lIns="91440" tIns="45720" rIns="91440" bIns="45720" rtlCol="0">
            <a:normAutofit/>
          </a:bodyPr>
          <a:lstStyle>
            <a:lvl1pPr latinLnBrk="0">
              <a:defRPr lang="zh-CN" sz="1600">
                <a:solidFill>
                  <a:schemeClr val="bg1">
                    <a:lumMod val="50000"/>
                  </a:schemeClr>
                </a:solidFill>
              </a:defRPr>
            </a:lvl1pPr>
            <a:lvl2pPr latinLnBrk="0">
              <a:defRPr lang="zh-CN" sz="1400">
                <a:solidFill>
                  <a:schemeClr val="bg1">
                    <a:lumMod val="50000"/>
                  </a:schemeClr>
                </a:solidFill>
              </a:defRPr>
            </a:lvl2pPr>
            <a:lvl3pPr latinLnBrk="0">
              <a:defRPr lang="zh-CN" sz="1200">
                <a:solidFill>
                  <a:schemeClr val="bg1">
                    <a:lumMod val="50000"/>
                  </a:schemeClr>
                </a:solidFill>
              </a:defRPr>
            </a:lvl3pPr>
            <a:lvl4pPr latinLnBrk="0">
              <a:defRPr lang="zh-CN" sz="1100">
                <a:solidFill>
                  <a:schemeClr val="bg1">
                    <a:lumMod val="50000"/>
                  </a:schemeClr>
                </a:solidFill>
              </a:defRPr>
            </a:lvl4pPr>
            <a:lvl5pPr latinLnBrk="0">
              <a:defRPr lang="zh-CN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单击此处编辑母版文本样式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第二级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第三级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第四级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zh-CN" altLang="en-US" smtClean="0"/>
              <a:t>第五级</a:t>
            </a:r>
            <a:endParaRPr lang="zh-CN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101850"/>
            <a:ext cx="3932237" cy="3759200"/>
          </a:xfrm>
        </p:spPr>
        <p:txBody>
          <a:bodyPr/>
          <a:lstStyle>
            <a:lvl1pPr marL="0" indent="0" latinLnBrk="0">
              <a:buNone/>
              <a:defRPr lang="zh-CN" sz="1600"/>
            </a:lvl1pPr>
            <a:lvl2pPr marL="457200" indent="0" latinLnBrk="0">
              <a:buNone/>
              <a:defRPr lang="zh-CN" sz="1400"/>
            </a:lvl2pPr>
            <a:lvl3pPr marL="914400" indent="0" latinLnBrk="0">
              <a:buNone/>
              <a:defRPr lang="zh-CN" sz="1200"/>
            </a:lvl3pPr>
            <a:lvl4pPr marL="1371600" indent="0" latinLnBrk="0">
              <a:buNone/>
              <a:defRPr lang="zh-CN" sz="1000"/>
            </a:lvl4pPr>
            <a:lvl5pPr marL="1828800" indent="0" latinLnBrk="0">
              <a:buNone/>
              <a:defRPr lang="zh-CN" sz="1000"/>
            </a:lvl5pPr>
            <a:lvl6pPr marL="2286000" indent="0" latinLnBrk="0">
              <a:buNone/>
              <a:defRPr lang="zh-CN" sz="1000"/>
            </a:lvl6pPr>
            <a:lvl7pPr marL="2743200" indent="0" latinLnBrk="0">
              <a:buNone/>
              <a:defRPr lang="zh-CN" sz="1000"/>
            </a:lvl7pPr>
            <a:lvl8pPr marL="3200400" indent="0" latinLnBrk="0">
              <a:buNone/>
              <a:defRPr lang="zh-CN" sz="1000"/>
            </a:lvl8pPr>
            <a:lvl9pPr marL="3657600" indent="0" latinLnBrk="0">
              <a:buNone/>
              <a:defRPr lang="zh-CN"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t>2014/5/8</a:t>
            </a:fld>
            <a:endParaRPr 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17841938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题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 latinLnBrk="0">
              <a:defRPr lang="zh-CN"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 marL="0" indent="0" latinLnBrk="0">
              <a:buNone/>
              <a:defRPr lang="zh-CN" sz="3200"/>
            </a:lvl1pPr>
            <a:lvl2pPr marL="457200" indent="0" latinLnBrk="0">
              <a:buNone/>
              <a:defRPr lang="zh-CN" sz="2800"/>
            </a:lvl2pPr>
            <a:lvl3pPr marL="914400" indent="0" latinLnBrk="0">
              <a:buNone/>
              <a:defRPr lang="zh-CN" sz="2400"/>
            </a:lvl3pPr>
            <a:lvl4pPr marL="1371600" indent="0" latinLnBrk="0">
              <a:buNone/>
              <a:defRPr lang="zh-CN" sz="2000"/>
            </a:lvl4pPr>
            <a:lvl5pPr marL="1828800" indent="0" latinLnBrk="0">
              <a:buNone/>
              <a:defRPr lang="zh-CN" sz="2000"/>
            </a:lvl5pPr>
            <a:lvl6pPr marL="2286000" indent="0" latinLnBrk="0">
              <a:buNone/>
              <a:defRPr lang="zh-CN" sz="2000"/>
            </a:lvl6pPr>
            <a:lvl7pPr marL="2743200" indent="0" latinLnBrk="0">
              <a:buNone/>
              <a:defRPr lang="zh-CN" sz="2000"/>
            </a:lvl7pPr>
            <a:lvl8pPr marL="3200400" indent="0" latinLnBrk="0">
              <a:buNone/>
              <a:defRPr lang="zh-CN" sz="2000"/>
            </a:lvl8pPr>
            <a:lvl9pPr marL="3657600" indent="0" latinLnBrk="0">
              <a:buNone/>
              <a:defRPr lang="zh-CN" sz="2000"/>
            </a:lvl9pPr>
          </a:lstStyle>
          <a:p>
            <a:r>
              <a:rPr lang="zh-CN" altLang="en-US" smtClean="0"/>
              <a:t>单击图标添加图片</a:t>
            </a:r>
            <a:endParaRPr lang="zh-CN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101850"/>
            <a:ext cx="3932237" cy="3759200"/>
          </a:xfrm>
        </p:spPr>
        <p:txBody>
          <a:bodyPr/>
          <a:lstStyle>
            <a:lvl1pPr marL="0" indent="0" latinLnBrk="0">
              <a:buNone/>
              <a:defRPr lang="zh-CN" sz="1600"/>
            </a:lvl1pPr>
            <a:lvl2pPr marL="457200" indent="0" latinLnBrk="0">
              <a:buNone/>
              <a:defRPr lang="zh-CN" sz="1400"/>
            </a:lvl2pPr>
            <a:lvl3pPr marL="914400" indent="0" latinLnBrk="0">
              <a:buNone/>
              <a:defRPr lang="zh-CN" sz="1200"/>
            </a:lvl3pPr>
            <a:lvl4pPr marL="1371600" indent="0" latinLnBrk="0">
              <a:buNone/>
              <a:defRPr lang="zh-CN" sz="1000"/>
            </a:lvl4pPr>
            <a:lvl5pPr marL="1828800" indent="0" latinLnBrk="0">
              <a:buNone/>
              <a:defRPr lang="zh-CN" sz="1000"/>
            </a:lvl5pPr>
            <a:lvl6pPr marL="2286000" indent="0" latinLnBrk="0">
              <a:buNone/>
              <a:defRPr lang="zh-CN" sz="1000"/>
            </a:lvl6pPr>
            <a:lvl7pPr marL="2743200" indent="0" latinLnBrk="0">
              <a:buNone/>
              <a:defRPr lang="zh-CN" sz="1000"/>
            </a:lvl7pPr>
            <a:lvl8pPr marL="3200400" indent="0" latinLnBrk="0">
              <a:buNone/>
              <a:defRPr lang="zh-CN" sz="1000"/>
            </a:lvl8pPr>
            <a:lvl9pPr marL="3657600" indent="0" latinLnBrk="0">
              <a:buNone/>
              <a:defRPr lang="zh-CN"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t>2014/5/8</a:t>
            </a:fld>
            <a:endParaRPr 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3161095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1"/>
            <a:ext cx="10744200" cy="1228436"/>
          </a:xfrm>
        </p:spPr>
        <p:txBody>
          <a:bodyPr anchor="b">
            <a:normAutofit/>
          </a:bodyPr>
          <a:lstStyle>
            <a:lvl1pPr latinLnBrk="0">
              <a:defRPr lang="zh-CN" sz="3600">
                <a:solidFill>
                  <a:schemeClr val="bg1"/>
                </a:solidFill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t>2014/5/8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t>‹#›</a:t>
            </a:fld>
            <a:endParaRPr lang="zh-CN"/>
          </a:p>
        </p:txBody>
      </p:sp>
      <p:sp>
        <p:nvSpPr>
          <p:cNvPr id="8" name="矩形 7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</p:spTree>
    <p:extLst>
      <p:ext uri="{BB962C8B-B14F-4D97-AF65-F5344CB8AC3E}">
        <p14:creationId xmlns:p14="http://schemas.microsoft.com/office/powerpoint/2010/main" val="596921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10095346" y="0"/>
            <a:ext cx="2096655" cy="6858000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0215419" y="365125"/>
            <a:ext cx="1819564" cy="5811838"/>
          </a:xfrm>
        </p:spPr>
        <p:txBody>
          <a:bodyPr vert="eaVert" anchor="b">
            <a:normAutofit/>
          </a:bodyPr>
          <a:lstStyle>
            <a:lvl1pPr latinLnBrk="0">
              <a:defRPr lang="zh-CN" sz="3600">
                <a:solidFill>
                  <a:schemeClr val="bg1"/>
                </a:solidFill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t>2014/5/8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t>‹#›</a:t>
            </a:fld>
            <a:endParaRPr lang="zh-CN"/>
          </a:p>
        </p:txBody>
      </p:sp>
      <p:sp>
        <p:nvSpPr>
          <p:cNvPr id="8" name="矩形 7"/>
          <p:cNvSpPr/>
          <p:nvPr userDrawn="1"/>
        </p:nvSpPr>
        <p:spPr>
          <a:xfrm>
            <a:off x="10095346" y="0"/>
            <a:ext cx="2096655" cy="6858000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800"/>
          </a:p>
        </p:txBody>
      </p:sp>
    </p:spTree>
    <p:extLst>
      <p:ext uri="{BB962C8B-B14F-4D97-AF65-F5344CB8AC3E}">
        <p14:creationId xmlns:p14="http://schemas.microsoft.com/office/powerpoint/2010/main" val="1302266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/>
              <a:t>单击此处编辑母版文本样式</a:t>
            </a:r>
          </a:p>
          <a:p>
            <a:pPr lvl="1"/>
            <a:r>
              <a:rPr lang="zh-CN"/>
              <a:t>第二级</a:t>
            </a:r>
          </a:p>
          <a:p>
            <a:pPr lvl="2"/>
            <a:r>
              <a:rPr lang="zh-CN"/>
              <a:t>第三级</a:t>
            </a:r>
          </a:p>
          <a:p>
            <a:pPr lvl="3"/>
            <a:r>
              <a:rPr lang="zh-CN"/>
              <a:t>第四级</a:t>
            </a:r>
          </a:p>
          <a:p>
            <a:pPr lvl="4"/>
            <a:r>
              <a:rPr lang="zh-CN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latinLnBrk="0">
              <a:defRPr lang="zh-CN" sz="1200">
                <a:solidFill>
                  <a:schemeClr val="tx1">
                    <a:tint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8BEEBAAA-29B5-4AF5-BC5F-7E580C29002D}" type="datetimeFigureOut">
              <a:rPr lang="en-US" altLang="zh-CN" smtClean="0"/>
              <a:pPr/>
              <a:t>5/8/2014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648200" y="63563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latinLnBrk="0">
              <a:defRPr lang="zh-CN" sz="1200">
                <a:solidFill>
                  <a:schemeClr val="tx1">
                    <a:tint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077200" y="63563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latinLnBrk="0">
              <a:defRPr lang="zh-CN" sz="1200">
                <a:solidFill>
                  <a:schemeClr val="tx1">
                    <a:tint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9860EDB8-5305-433F-BE41-D7A86D811DB3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spcBef>
          <a:spcPct val="0"/>
        </a:spcBef>
        <a:buNone/>
        <a:defRPr lang="zh-CN" sz="44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lang="zh-CN" sz="28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lang="zh-CN" sz="24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lang="zh-CN" sz="20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o15.officeredir.microsoft.com/r/rlid2013GettingStartedCntrPPT?clid=2052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 smtClean="0"/>
              <a:t>基于形状语义和增强学习的建筑立面点云解译与重建的方法</a:t>
            </a:r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zh-CN" altLang="en-US" dirty="0" smtClean="0">
                <a:latin typeface="Microsoft YaHei UI" panose="020B0503020204020204" pitchFamily="34" charset="-122"/>
              </a:rPr>
              <a:t>徐翔 地理信息系统专业</a:t>
            </a:r>
            <a:endParaRPr lang="en-US" altLang="zh-CN" dirty="0" smtClean="0">
              <a:latin typeface="Microsoft YaHei UI" panose="020B0503020204020204" pitchFamily="34" charset="-122"/>
            </a:endParaRPr>
          </a:p>
          <a:p>
            <a:r>
              <a:rPr lang="zh-CN" altLang="en-US" dirty="0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指导老师：张立强教授</a:t>
            </a:r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956" r="32714"/>
          <a:stretch/>
        </p:blipFill>
        <p:spPr>
          <a:xfrm>
            <a:off x="388453" y="0"/>
            <a:ext cx="1728252" cy="28800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82" r="23743"/>
          <a:stretch/>
        </p:blipFill>
        <p:spPr>
          <a:xfrm>
            <a:off x="2722868" y="0"/>
            <a:ext cx="2601410" cy="28800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82" r="27571"/>
          <a:stretch/>
        </p:blipFill>
        <p:spPr>
          <a:xfrm>
            <a:off x="6096000" y="0"/>
            <a:ext cx="2408713" cy="28800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34" r="23384"/>
          <a:stretch/>
        </p:blipFill>
        <p:spPr>
          <a:xfrm>
            <a:off x="9296362" y="0"/>
            <a:ext cx="2480974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研究背景及意义</a:t>
            </a:r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4"/>
            <a:ext cx="4876800" cy="4447761"/>
          </a:xfrm>
        </p:spPr>
        <p:txBody>
          <a:bodyPr>
            <a:normAutofit/>
          </a:bodyPr>
          <a:lstStyle/>
          <a:p>
            <a:r>
              <a:rPr lang="zh-CN" altLang="en-US" dirty="0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三维数字城市重建</a:t>
            </a:r>
            <a:endParaRPr lang="en-US" altLang="zh-CN" dirty="0" smtClean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9536" y="1746236"/>
            <a:ext cx="5243044" cy="2965023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9536" y="4842096"/>
            <a:ext cx="2560319" cy="14224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2358" y="4833206"/>
            <a:ext cx="2560222" cy="1431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733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形状语义建模建筑</a:t>
            </a:r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6093884" cy="4433752"/>
          </a:xfrm>
        </p:spPr>
        <p:txBody>
          <a:bodyPr>
            <a:normAutofit/>
          </a:bodyPr>
          <a:lstStyle/>
          <a:p>
            <a:r>
              <a:rPr 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改进的“演示者视图”包含了新的工具，方便您进行控制。新的即时自动扩展功能可为您应用适宜的设置，使您可以集中精力讲解，不必因显示而分心。</a:t>
            </a:r>
          </a:p>
          <a:p>
            <a:endParaRPr lang="zh-CN" sz="105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lvl="1"/>
            <a:r>
              <a:rPr 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幻灯片缩放</a:t>
            </a:r>
            <a:r>
              <a:rPr 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– 有助于使您的观众将注意力放到您的思想上。只需单击即可放大或缩小特定图示、图表或图形。</a:t>
            </a:r>
          </a:p>
          <a:p>
            <a:endParaRPr lang="zh-CN" sz="11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lvl="1"/>
            <a:r>
              <a:rPr 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幻灯片浏览器</a:t>
            </a:r>
            <a:r>
              <a:rPr 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– 使用该功能，用户可以直观地浏览和导航到其他幻灯片，而不必离开“幻灯片放映”视图。您的观众仅会看您正演示的幻灯片。</a:t>
            </a:r>
          </a:p>
          <a:p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" y="5052985"/>
            <a:ext cx="495300" cy="44767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285" y="3720024"/>
            <a:ext cx="499915" cy="445047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8335" y="1840906"/>
            <a:ext cx="4038599" cy="225742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8335" y="4435802"/>
            <a:ext cx="4036895" cy="1682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86760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最佳形状语义求解</a:t>
            </a:r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可从不同的计算机与其他人在同一时间协作进行编辑，而且会话功能改进了注释系统。 </a:t>
            </a:r>
          </a:p>
          <a:p>
            <a:r>
              <a:rPr 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在线共享很简单。即使您的观众没有安装 PowerPoint，也可以使用“联机演示”将幻灯片映射到他们的浏览器供其观看。</a:t>
            </a:r>
          </a:p>
          <a:p>
            <a:r>
              <a:rPr 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可从不同位置在同一时间与其他人协同工作，而无论您是使用自己桌面上的 PowerPoint 还是使用 PowerPoint Web App。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3526" y="2029619"/>
            <a:ext cx="6010275" cy="3943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532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增强学习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5094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建模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6738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预分类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63673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结果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63064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sz="4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PowerPoint 2013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28267" y="2402237"/>
            <a:ext cx="5859506" cy="2187226"/>
          </a:xfrm>
        </p:spPr>
        <p:txBody>
          <a:bodyPr>
            <a:noAutofit/>
          </a:bodyPr>
          <a:lstStyle/>
          <a:p>
            <a:r>
              <a:rPr lang="zh-CN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使用先进的演示工具直观地设计精美的演示文稿、轻松与其他人共享和协作、提供展现专业素质的演示。</a:t>
            </a:r>
          </a:p>
        </p:txBody>
      </p:sp>
      <p:sp>
        <p:nvSpPr>
          <p:cNvPr id="8" name="任意多边形 7">
            <a:hlinkClick r:id="rId3" tooltip="了解详细信息"/>
          </p:cNvPr>
          <p:cNvSpPr/>
          <p:nvPr/>
        </p:nvSpPr>
        <p:spPr>
          <a:xfrm>
            <a:off x="11557038" y="6134153"/>
            <a:ext cx="431763" cy="431763"/>
          </a:xfrm>
          <a:custGeom>
            <a:avLst/>
            <a:gdLst>
              <a:gd name="connsiteX0" fmla="*/ 283692 w 643468"/>
              <a:gd name="connsiteY0" fmla="*/ 156886 h 643468"/>
              <a:gd name="connsiteX1" fmla="*/ 315574 w 643468"/>
              <a:gd name="connsiteY1" fmla="*/ 156886 h 643468"/>
              <a:gd name="connsiteX2" fmla="*/ 486582 w 643468"/>
              <a:gd name="connsiteY2" fmla="*/ 321734 h 643468"/>
              <a:gd name="connsiteX3" fmla="*/ 315574 w 643468"/>
              <a:gd name="connsiteY3" fmla="*/ 486582 h 643468"/>
              <a:gd name="connsiteX4" fmla="*/ 283692 w 643468"/>
              <a:gd name="connsiteY4" fmla="*/ 486582 h 643468"/>
              <a:gd name="connsiteX5" fmla="*/ 441545 w 643468"/>
              <a:gd name="connsiteY5" fmla="*/ 334415 h 643468"/>
              <a:gd name="connsiteX6" fmla="*/ 156887 w 643468"/>
              <a:gd name="connsiteY6" fmla="*/ 334415 h 643468"/>
              <a:gd name="connsiteX7" fmla="*/ 156887 w 643468"/>
              <a:gd name="connsiteY7" fmla="*/ 309054 h 643468"/>
              <a:gd name="connsiteX8" fmla="*/ 441545 w 643468"/>
              <a:gd name="connsiteY8" fmla="*/ 309054 h 643468"/>
              <a:gd name="connsiteX9" fmla="*/ 321733 w 643468"/>
              <a:gd name="connsiteY9" fmla="*/ 16937 h 643468"/>
              <a:gd name="connsiteX10" fmla="*/ 16936 w 643468"/>
              <a:gd name="connsiteY10" fmla="*/ 321734 h 643468"/>
              <a:gd name="connsiteX11" fmla="*/ 321733 w 643468"/>
              <a:gd name="connsiteY11" fmla="*/ 626531 h 643468"/>
              <a:gd name="connsiteX12" fmla="*/ 626530 w 643468"/>
              <a:gd name="connsiteY12" fmla="*/ 321734 h 643468"/>
              <a:gd name="connsiteX13" fmla="*/ 321733 w 643468"/>
              <a:gd name="connsiteY13" fmla="*/ 16937 h 643468"/>
              <a:gd name="connsiteX14" fmla="*/ 321734 w 643468"/>
              <a:gd name="connsiteY14" fmla="*/ 0 h 643468"/>
              <a:gd name="connsiteX15" fmla="*/ 643468 w 643468"/>
              <a:gd name="connsiteY15" fmla="*/ 321734 h 643468"/>
              <a:gd name="connsiteX16" fmla="*/ 321734 w 643468"/>
              <a:gd name="connsiteY16" fmla="*/ 643468 h 643468"/>
              <a:gd name="connsiteX17" fmla="*/ 0 w 643468"/>
              <a:gd name="connsiteY17" fmla="*/ 321734 h 643468"/>
              <a:gd name="connsiteX18" fmla="*/ 321734 w 643468"/>
              <a:gd name="connsiteY18" fmla="*/ 0 h 6434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643468" h="643468">
                <a:moveTo>
                  <a:pt x="283692" y="156886"/>
                </a:moveTo>
                <a:lnTo>
                  <a:pt x="315574" y="156886"/>
                </a:lnTo>
                <a:lnTo>
                  <a:pt x="486582" y="321734"/>
                </a:lnTo>
                <a:lnTo>
                  <a:pt x="315574" y="486582"/>
                </a:lnTo>
                <a:lnTo>
                  <a:pt x="283692" y="486582"/>
                </a:lnTo>
                <a:lnTo>
                  <a:pt x="441545" y="334415"/>
                </a:lnTo>
                <a:lnTo>
                  <a:pt x="156887" y="334415"/>
                </a:lnTo>
                <a:lnTo>
                  <a:pt x="156887" y="309054"/>
                </a:lnTo>
                <a:lnTo>
                  <a:pt x="441545" y="309054"/>
                </a:lnTo>
                <a:close/>
                <a:moveTo>
                  <a:pt x="321733" y="16937"/>
                </a:moveTo>
                <a:cubicBezTo>
                  <a:pt x="153398" y="16937"/>
                  <a:pt x="16936" y="153399"/>
                  <a:pt x="16936" y="321734"/>
                </a:cubicBezTo>
                <a:cubicBezTo>
                  <a:pt x="16936" y="490069"/>
                  <a:pt x="153398" y="626531"/>
                  <a:pt x="321733" y="626531"/>
                </a:cubicBezTo>
                <a:cubicBezTo>
                  <a:pt x="490068" y="626531"/>
                  <a:pt x="626530" y="490069"/>
                  <a:pt x="626530" y="321734"/>
                </a:cubicBezTo>
                <a:cubicBezTo>
                  <a:pt x="626530" y="153399"/>
                  <a:pt x="490068" y="16937"/>
                  <a:pt x="321733" y="16937"/>
                </a:cubicBezTo>
                <a:close/>
                <a:moveTo>
                  <a:pt x="321734" y="0"/>
                </a:moveTo>
                <a:cubicBezTo>
                  <a:pt x="499423" y="0"/>
                  <a:pt x="643468" y="144045"/>
                  <a:pt x="643468" y="321734"/>
                </a:cubicBezTo>
                <a:cubicBezTo>
                  <a:pt x="643468" y="499423"/>
                  <a:pt x="499423" y="643468"/>
                  <a:pt x="321734" y="643468"/>
                </a:cubicBezTo>
                <a:cubicBezTo>
                  <a:pt x="144045" y="643468"/>
                  <a:pt x="0" y="499423"/>
                  <a:pt x="0" y="321734"/>
                </a:cubicBezTo>
                <a:cubicBezTo>
                  <a:pt x="0" y="144045"/>
                  <a:pt x="144045" y="0"/>
                  <a:pt x="321734" y="0"/>
                </a:cubicBezTo>
                <a:close/>
              </a:path>
            </a:pathLst>
          </a:custGeom>
          <a:solidFill>
            <a:srgbClr val="DD46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>
              <a:solidFill>
                <a:schemeClr val="tx1"/>
              </a:solidFill>
            </a:endParaRPr>
          </a:p>
        </p:txBody>
      </p:sp>
      <p:sp>
        <p:nvSpPr>
          <p:cNvPr id="9" name="文本占位符 2">
            <a:hlinkClick r:id="rId3" tooltip="了解详细信息"/>
          </p:cNvPr>
          <p:cNvSpPr txBox="1">
            <a:spLocks/>
          </p:cNvSpPr>
          <p:nvPr/>
        </p:nvSpPr>
        <p:spPr>
          <a:xfrm>
            <a:off x="2897188" y="5844663"/>
            <a:ext cx="8659850" cy="9313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ct val="30000"/>
              </a:spcBef>
              <a:buFont typeface="Arial" panose="020B0604020202020204" pitchFamily="34" charset="0"/>
              <a:buNone/>
              <a:defRPr lang="zh-CN" sz="28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lang="zh-CN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lang="zh-CN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lang="zh-CN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lang="zh-CN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lang="zh-CN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lang="zh-CN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lang="zh-CN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lang="zh-CN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zh-CN" sz="1800" dirty="0">
                <a:solidFill>
                  <a:srgbClr val="DD462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在 PowerPoint 入门中心查找更多内容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8466022" y="6477369"/>
            <a:ext cx="2963979" cy="29866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zh-CN" sz="1200" dirty="0">
                <a:solidFill>
                  <a:srgbClr val="D24726">
                    <a:alpha val="37000"/>
                  </a:srgb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（在“幻灯片放映”模式中时单击该箭头）</a:t>
            </a:r>
          </a:p>
          <a:p>
            <a:endParaRPr lang="zh-CN" sz="1200" dirty="0">
              <a:solidFill>
                <a:srgbClr val="D24726">
                  <a:alpha val="37000"/>
                </a:srgbClr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1750212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elcomeDoc" id="{E1E7EDF9-8B79-4E5D-B508-2301E35CD219}" vid="{4342E303-0389-44F2-B6F0-C13C203CC59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D8DBC0A1-66E1-4B9D-88C2-9B3A32A2147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欢迎使用 PowerPoint</Template>
  <TotalTime>0</TotalTime>
  <Words>291</Words>
  <Application>Microsoft Office PowerPoint</Application>
  <PresentationFormat>宽屏</PresentationFormat>
  <Paragraphs>26</Paragraphs>
  <Slides>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6" baseType="lpstr">
      <vt:lpstr>Microsoft YaHei UI</vt:lpstr>
      <vt:lpstr>宋体</vt:lpstr>
      <vt:lpstr>Arial</vt:lpstr>
      <vt:lpstr>Calibri</vt:lpstr>
      <vt:lpstr>Segoe UI</vt:lpstr>
      <vt:lpstr>Segoe UI Light</vt:lpstr>
      <vt:lpstr>WelcomeDoc</vt:lpstr>
      <vt:lpstr>基于形状语义和增强学习的建筑立面点云解译与重建的方法</vt:lpstr>
      <vt:lpstr>研究背景及意义</vt:lpstr>
      <vt:lpstr>形状语义建模建筑</vt:lpstr>
      <vt:lpstr>最佳形状语义求解</vt:lpstr>
      <vt:lpstr>增强学习</vt:lpstr>
      <vt:lpstr>建模</vt:lpstr>
      <vt:lpstr>预分类</vt:lpstr>
      <vt:lpstr>结果</vt:lpstr>
      <vt:lpstr>PowerPoint 2013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/>
  <cp:revision>1</cp:revision>
  <dcterms:created xsi:type="dcterms:W3CDTF">2014-05-08T11:51:39Z</dcterms:created>
  <dcterms:modified xsi:type="dcterms:W3CDTF">2014-05-08T12:39:40Z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TC029239449991</vt:lpwstr>
  </property>
</Properties>
</file>