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wmf" ContentType="image/x-wmf"/>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customXml/itemProps1.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60" r:id="rId2"/>
  </p:sldMasterIdLst>
  <p:notesMasterIdLst>
    <p:notesMasterId r:id="rId23"/>
  </p:notesMasterIdLst>
  <p:sldIdLst>
    <p:sldId id="256" r:id="rId3"/>
    <p:sldId id="262" r:id="rId4"/>
    <p:sldId id="269" r:id="rId5"/>
    <p:sldId id="285" r:id="rId6"/>
    <p:sldId id="257" r:id="rId7"/>
    <p:sldId id="270" r:id="rId8"/>
    <p:sldId id="272" r:id="rId9"/>
    <p:sldId id="274" r:id="rId10"/>
    <p:sldId id="264" r:id="rId11"/>
    <p:sldId id="265" r:id="rId12"/>
    <p:sldId id="266" r:id="rId13"/>
    <p:sldId id="277" r:id="rId14"/>
    <p:sldId id="279" r:id="rId15"/>
    <p:sldId id="278" r:id="rId16"/>
    <p:sldId id="280" r:id="rId17"/>
    <p:sldId id="281" r:id="rId18"/>
    <p:sldId id="282" r:id="rId19"/>
    <p:sldId id="286" r:id="rId20"/>
    <p:sldId id="283" r:id="rId21"/>
    <p:sldId id="284" r:id="rId22"/>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E75E278A-FF0E-49A4-B170-79828D63BBAD}">
          <p14:sldIdLst>
            <p14:sldId id="256"/>
          </p14:sldIdLst>
        </p14:section>
        <p14:section name="研究背景" id="{B9B51309-D148-4332-87C2-07BE32FBCA3B}">
          <p14:sldIdLst>
            <p14:sldId id="262"/>
            <p14:sldId id="269"/>
            <p14:sldId id="285"/>
            <p14:sldId id="257"/>
            <p14:sldId id="270"/>
            <p14:sldId id="272"/>
            <p14:sldId id="274"/>
            <p14:sldId id="264"/>
            <p14:sldId id="265"/>
            <p14:sldId id="266"/>
            <p14:sldId id="277"/>
            <p14:sldId id="279"/>
            <p14:sldId id="278"/>
            <p14:sldId id="280"/>
            <p14:sldId id="281"/>
            <p14:sldId id="282"/>
            <p14:sldId id="286"/>
            <p14:sldId id="283"/>
            <p14:sldId id="284"/>
          </p14:sldIdLst>
        </p14:section>
      </p14:sectionLst>
    </p:ex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4" name="作者" initials="A" lastIdx="0" clrIdx="4"/>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D462F"/>
    <a:srgbClr val="D2B4A6"/>
    <a:srgbClr val="734F29"/>
    <a:srgbClr val="D24726"/>
    <a:srgbClr val="AEB785"/>
    <a:srgbClr val="EFD5A2"/>
    <a:srgbClr val="3B3026"/>
    <a:srgbClr val="ECE1CA"/>
    <a:srgbClr val="795531"/>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41" autoAdjust="0"/>
    <p:restoredTop sz="91597" autoAdjust="0"/>
  </p:normalViewPr>
  <p:slideViewPr>
    <p:cSldViewPr snapToGrid="0">
      <p:cViewPr varScale="1">
        <p:scale>
          <a:sx n="73" d="100"/>
          <a:sy n="73" d="100"/>
        </p:scale>
        <p:origin x="438" y="60"/>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viewProps" Target="viewProp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presProps" Target="presProps.xml"/><Relationship Id="rId2" Type="http://schemas.openxmlformats.org/officeDocument/2006/relationships/slideMaster" Target="slideMasters/slideMaster1.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customXml" Target="../customXml/item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commentAuthors" Target="commentAuthor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43783FA-7461-4D7A-B79D-874DE18AFD8F}" type="doc">
      <dgm:prSet loTypeId="urn:microsoft.com/office/officeart/2005/8/layout/hierarchy6" loCatId="hierarchy" qsTypeId="urn:microsoft.com/office/officeart/2005/8/quickstyle/simple1" qsCatId="simple" csTypeId="urn:microsoft.com/office/officeart/2005/8/colors/colorful4" csCatId="colorful" phldr="1"/>
      <dgm:spPr/>
      <dgm:t>
        <a:bodyPr/>
        <a:lstStyle/>
        <a:p>
          <a:endParaRPr lang="zh-CN" altLang="en-US"/>
        </a:p>
      </dgm:t>
    </dgm:pt>
    <dgm:pt modelId="{19BE6104-39D7-4C94-9EC0-8CC971EE36E3}">
      <dgm:prSet phldrT="[文本]"/>
      <dgm:spPr>
        <a:solidFill>
          <a:srgbClr val="FF0000"/>
        </a:solidFill>
      </dgm:spPr>
      <dgm:t>
        <a:bodyPr/>
        <a:lstStyle/>
        <a:p>
          <a:r>
            <a:rPr lang="zh-CN" altLang="en-US" dirty="0" smtClean="0"/>
            <a:t>初始形状</a:t>
          </a:r>
          <a:endParaRPr lang="zh-CN" altLang="en-US" dirty="0"/>
        </a:p>
      </dgm:t>
    </dgm:pt>
    <dgm:pt modelId="{59970D5A-5CB7-4DE3-AC69-8E3F8EC4FF1C}" type="parTrans" cxnId="{881651A4-83EB-4415-933B-AAF7CD0A43C1}">
      <dgm:prSet/>
      <dgm:spPr/>
      <dgm:t>
        <a:bodyPr/>
        <a:lstStyle/>
        <a:p>
          <a:endParaRPr lang="zh-CN" altLang="en-US"/>
        </a:p>
      </dgm:t>
    </dgm:pt>
    <dgm:pt modelId="{E6808B3A-DB5B-4F7D-9908-3D9BBDA945EB}" type="sibTrans" cxnId="{881651A4-83EB-4415-933B-AAF7CD0A43C1}">
      <dgm:prSet/>
      <dgm:spPr/>
      <dgm:t>
        <a:bodyPr/>
        <a:lstStyle/>
        <a:p>
          <a:endParaRPr lang="zh-CN" altLang="en-US"/>
        </a:p>
      </dgm:t>
    </dgm:pt>
    <dgm:pt modelId="{212B911C-7628-465A-9AF7-BE91E263BC4D}">
      <dgm:prSet phldrT="[文本]"/>
      <dgm:spPr>
        <a:solidFill>
          <a:srgbClr val="7030A0"/>
        </a:solidFill>
      </dgm:spPr>
      <dgm:t>
        <a:bodyPr/>
        <a:lstStyle/>
        <a:p>
          <a:r>
            <a:rPr lang="zh-CN" altLang="en-US" dirty="0" smtClean="0"/>
            <a:t>非终端形状</a:t>
          </a:r>
          <a:endParaRPr lang="zh-CN" altLang="en-US" dirty="0"/>
        </a:p>
      </dgm:t>
    </dgm:pt>
    <dgm:pt modelId="{08D4F578-4DF3-4B6A-AF05-44CA77BCDD08}" type="parTrans" cxnId="{1A1231CC-9B79-4811-8EB5-E351C6083589}">
      <dgm:prSet/>
      <dgm:spPr/>
      <dgm:t>
        <a:bodyPr/>
        <a:lstStyle/>
        <a:p>
          <a:endParaRPr lang="zh-CN" altLang="en-US"/>
        </a:p>
      </dgm:t>
    </dgm:pt>
    <dgm:pt modelId="{9CE03D07-735C-4C1E-A6D0-95F8CB78E16E}" type="sibTrans" cxnId="{1A1231CC-9B79-4811-8EB5-E351C6083589}">
      <dgm:prSet/>
      <dgm:spPr/>
      <dgm:t>
        <a:bodyPr/>
        <a:lstStyle/>
        <a:p>
          <a:endParaRPr lang="zh-CN" altLang="en-US"/>
        </a:p>
      </dgm:t>
    </dgm:pt>
    <dgm:pt modelId="{2886FB4A-F27C-461F-87BD-6A98A9F13C23}">
      <dgm:prSet phldrT="[文本]"/>
      <dgm:spPr>
        <a:solidFill>
          <a:srgbClr val="00B050"/>
        </a:solidFill>
      </dgm:spPr>
      <dgm:t>
        <a:bodyPr/>
        <a:lstStyle/>
        <a:p>
          <a:r>
            <a:rPr lang="zh-CN" altLang="en-US" dirty="0" smtClean="0"/>
            <a:t>终端形状</a:t>
          </a:r>
          <a:endParaRPr lang="zh-CN" altLang="en-US" dirty="0"/>
        </a:p>
      </dgm:t>
    </dgm:pt>
    <dgm:pt modelId="{8CD7CA8B-B27C-4475-821C-50E6ABBC94EA}" type="parTrans" cxnId="{6ED457B9-CEEE-4588-AD0C-E4EDF57A1CB9}">
      <dgm:prSet/>
      <dgm:spPr/>
      <dgm:t>
        <a:bodyPr/>
        <a:lstStyle/>
        <a:p>
          <a:endParaRPr lang="zh-CN" altLang="en-US"/>
        </a:p>
      </dgm:t>
    </dgm:pt>
    <dgm:pt modelId="{51DD47AB-01A7-482F-95D7-06E8FB29948D}" type="sibTrans" cxnId="{6ED457B9-CEEE-4588-AD0C-E4EDF57A1CB9}">
      <dgm:prSet/>
      <dgm:spPr/>
      <dgm:t>
        <a:bodyPr/>
        <a:lstStyle/>
        <a:p>
          <a:endParaRPr lang="zh-CN" altLang="en-US"/>
        </a:p>
      </dgm:t>
    </dgm:pt>
    <dgm:pt modelId="{910E79F4-2AD0-48A9-8FE8-97A63BC1461B}">
      <dgm:prSet phldrT="[文本]"/>
      <dgm:spPr>
        <a:solidFill>
          <a:srgbClr val="7030A0"/>
        </a:solidFill>
      </dgm:spPr>
      <dgm:t>
        <a:bodyPr/>
        <a:lstStyle/>
        <a:p>
          <a:r>
            <a:rPr lang="zh-CN" altLang="en-US" dirty="0" smtClean="0"/>
            <a:t>非终端形状</a:t>
          </a:r>
          <a:endParaRPr lang="zh-CN" altLang="en-US" dirty="0"/>
        </a:p>
      </dgm:t>
    </dgm:pt>
    <dgm:pt modelId="{3B9ACAA9-673E-4F74-A4E8-B3466C49D00C}" type="parTrans" cxnId="{D37FA0D1-6F5F-4AB9-A044-78AF4EA39F37}">
      <dgm:prSet/>
      <dgm:spPr/>
      <dgm:t>
        <a:bodyPr/>
        <a:lstStyle/>
        <a:p>
          <a:endParaRPr lang="zh-CN" altLang="en-US"/>
        </a:p>
      </dgm:t>
    </dgm:pt>
    <dgm:pt modelId="{A5D8F466-537A-48F1-B4EC-E05F52172F36}" type="sibTrans" cxnId="{D37FA0D1-6F5F-4AB9-A044-78AF4EA39F37}">
      <dgm:prSet/>
      <dgm:spPr/>
      <dgm:t>
        <a:bodyPr/>
        <a:lstStyle/>
        <a:p>
          <a:endParaRPr lang="zh-CN" altLang="en-US"/>
        </a:p>
      </dgm:t>
    </dgm:pt>
    <dgm:pt modelId="{DBEFE4C2-14F0-49A0-BB7A-122D29C81491}">
      <dgm:prSet phldrT="[文本]"/>
      <dgm:spPr>
        <a:solidFill>
          <a:srgbClr val="7030A0"/>
        </a:solidFill>
      </dgm:spPr>
      <dgm:t>
        <a:bodyPr/>
        <a:lstStyle/>
        <a:p>
          <a:r>
            <a:rPr lang="zh-CN" altLang="en-US" dirty="0" smtClean="0"/>
            <a:t>非终端形状</a:t>
          </a:r>
          <a:endParaRPr lang="zh-CN" altLang="en-US" dirty="0"/>
        </a:p>
      </dgm:t>
    </dgm:pt>
    <dgm:pt modelId="{B56951D6-A228-4EC4-8CC3-7D888EE01E34}" type="parTrans" cxnId="{EE083CAC-466B-481E-A5BC-88DCF9BA3A10}">
      <dgm:prSet/>
      <dgm:spPr/>
      <dgm:t>
        <a:bodyPr/>
        <a:lstStyle/>
        <a:p>
          <a:endParaRPr lang="zh-CN" altLang="en-US"/>
        </a:p>
      </dgm:t>
    </dgm:pt>
    <dgm:pt modelId="{62193C4A-75D2-4B87-A143-A0115DE9AEC5}" type="sibTrans" cxnId="{EE083CAC-466B-481E-A5BC-88DCF9BA3A10}">
      <dgm:prSet/>
      <dgm:spPr/>
      <dgm:t>
        <a:bodyPr/>
        <a:lstStyle/>
        <a:p>
          <a:endParaRPr lang="zh-CN" altLang="en-US"/>
        </a:p>
      </dgm:t>
    </dgm:pt>
    <dgm:pt modelId="{3E67C107-38AE-4570-9356-A7C02B24EFBF}">
      <dgm:prSet phldrT="[文本]"/>
      <dgm:spPr>
        <a:solidFill>
          <a:srgbClr val="00B050"/>
        </a:solidFill>
      </dgm:spPr>
      <dgm:t>
        <a:bodyPr/>
        <a:lstStyle/>
        <a:p>
          <a:r>
            <a:rPr lang="zh-CN" altLang="en-US" dirty="0" smtClean="0"/>
            <a:t>终端形状</a:t>
          </a:r>
          <a:endParaRPr lang="zh-CN" altLang="en-US" dirty="0"/>
        </a:p>
      </dgm:t>
    </dgm:pt>
    <dgm:pt modelId="{04E084E0-22A3-4D81-9B0C-A45AD2D6A3B9}" type="parTrans" cxnId="{C60F871D-5458-48FE-969F-0184D45BC439}">
      <dgm:prSet/>
      <dgm:spPr/>
      <dgm:t>
        <a:bodyPr/>
        <a:lstStyle/>
        <a:p>
          <a:endParaRPr lang="zh-CN" altLang="en-US"/>
        </a:p>
      </dgm:t>
    </dgm:pt>
    <dgm:pt modelId="{6E6F00A2-72E6-497A-ACEB-90902E4949E7}" type="sibTrans" cxnId="{C60F871D-5458-48FE-969F-0184D45BC439}">
      <dgm:prSet/>
      <dgm:spPr/>
      <dgm:t>
        <a:bodyPr/>
        <a:lstStyle/>
        <a:p>
          <a:endParaRPr lang="zh-CN" altLang="en-US"/>
        </a:p>
      </dgm:t>
    </dgm:pt>
    <dgm:pt modelId="{EC391ECA-F2BE-4F1A-999B-4FCFB1DDF66E}">
      <dgm:prSet phldrT="[文本]"/>
      <dgm:spPr>
        <a:solidFill>
          <a:srgbClr val="00B050"/>
        </a:solidFill>
      </dgm:spPr>
      <dgm:t>
        <a:bodyPr/>
        <a:lstStyle/>
        <a:p>
          <a:r>
            <a:rPr lang="zh-CN" altLang="en-US" dirty="0" smtClean="0"/>
            <a:t>终端形状</a:t>
          </a:r>
          <a:endParaRPr lang="zh-CN" altLang="en-US" dirty="0"/>
        </a:p>
      </dgm:t>
    </dgm:pt>
    <dgm:pt modelId="{CDFC9146-A4B7-4709-849A-B0FA094B0C30}" type="parTrans" cxnId="{3B30B7F3-9FBC-4212-82D1-83F7000ABC8B}">
      <dgm:prSet/>
      <dgm:spPr/>
      <dgm:t>
        <a:bodyPr/>
        <a:lstStyle/>
        <a:p>
          <a:endParaRPr lang="zh-CN" altLang="en-US"/>
        </a:p>
      </dgm:t>
    </dgm:pt>
    <dgm:pt modelId="{6834E433-46EC-4FD0-B45B-1E6177B8D4B4}" type="sibTrans" cxnId="{3B30B7F3-9FBC-4212-82D1-83F7000ABC8B}">
      <dgm:prSet/>
      <dgm:spPr/>
      <dgm:t>
        <a:bodyPr/>
        <a:lstStyle/>
        <a:p>
          <a:endParaRPr lang="zh-CN" altLang="en-US"/>
        </a:p>
      </dgm:t>
    </dgm:pt>
    <dgm:pt modelId="{9F6A6F39-C55A-473B-9AC4-32D954B90D3F}">
      <dgm:prSet phldrT="[文本]"/>
      <dgm:spPr>
        <a:solidFill>
          <a:srgbClr val="00B050"/>
        </a:solidFill>
      </dgm:spPr>
      <dgm:t>
        <a:bodyPr/>
        <a:lstStyle/>
        <a:p>
          <a:r>
            <a:rPr lang="zh-CN" altLang="en-US" dirty="0" smtClean="0"/>
            <a:t>终端形状</a:t>
          </a:r>
          <a:endParaRPr lang="zh-CN" altLang="en-US" dirty="0"/>
        </a:p>
      </dgm:t>
    </dgm:pt>
    <dgm:pt modelId="{686659FD-E1C0-43BA-9ED7-C1FE180CE836}" type="parTrans" cxnId="{A824A0FB-9126-4180-8684-E9687960392C}">
      <dgm:prSet/>
      <dgm:spPr/>
      <dgm:t>
        <a:bodyPr/>
        <a:lstStyle/>
        <a:p>
          <a:endParaRPr lang="zh-CN" altLang="en-US"/>
        </a:p>
      </dgm:t>
    </dgm:pt>
    <dgm:pt modelId="{ADF9F963-AC91-47F3-8296-6CD1D8636C24}" type="sibTrans" cxnId="{A824A0FB-9126-4180-8684-E9687960392C}">
      <dgm:prSet/>
      <dgm:spPr/>
      <dgm:t>
        <a:bodyPr/>
        <a:lstStyle/>
        <a:p>
          <a:endParaRPr lang="zh-CN" altLang="en-US"/>
        </a:p>
      </dgm:t>
    </dgm:pt>
    <dgm:pt modelId="{0AA281FC-F97D-4E3E-A4A7-B6B6F663E89A}">
      <dgm:prSet phldrT="[文本]"/>
      <dgm:spPr>
        <a:solidFill>
          <a:srgbClr val="00B050"/>
        </a:solidFill>
      </dgm:spPr>
      <dgm:t>
        <a:bodyPr/>
        <a:lstStyle/>
        <a:p>
          <a:r>
            <a:rPr lang="zh-CN" altLang="en-US" dirty="0" smtClean="0"/>
            <a:t>终端形状</a:t>
          </a:r>
          <a:endParaRPr lang="zh-CN" altLang="en-US" dirty="0"/>
        </a:p>
      </dgm:t>
    </dgm:pt>
    <dgm:pt modelId="{BFCAB9FE-1255-457B-99BD-D89F378EE465}" type="parTrans" cxnId="{633ED3B3-D775-40E8-AA30-CE2538D7A50B}">
      <dgm:prSet/>
      <dgm:spPr/>
      <dgm:t>
        <a:bodyPr/>
        <a:lstStyle/>
        <a:p>
          <a:endParaRPr lang="zh-CN" altLang="en-US"/>
        </a:p>
      </dgm:t>
    </dgm:pt>
    <dgm:pt modelId="{2C29B9CF-9F42-48F0-97DA-23700EF3A37D}" type="sibTrans" cxnId="{633ED3B3-D775-40E8-AA30-CE2538D7A50B}">
      <dgm:prSet/>
      <dgm:spPr/>
      <dgm:t>
        <a:bodyPr/>
        <a:lstStyle/>
        <a:p>
          <a:endParaRPr lang="zh-CN" altLang="en-US"/>
        </a:p>
      </dgm:t>
    </dgm:pt>
    <dgm:pt modelId="{C457EB20-BEF5-41C0-AF22-9692F858CD2E}" type="pres">
      <dgm:prSet presAssocID="{B43783FA-7461-4D7A-B79D-874DE18AFD8F}" presName="mainComposite" presStyleCnt="0">
        <dgm:presLayoutVars>
          <dgm:chPref val="1"/>
          <dgm:dir/>
          <dgm:animOne val="branch"/>
          <dgm:animLvl val="lvl"/>
          <dgm:resizeHandles val="exact"/>
        </dgm:presLayoutVars>
      </dgm:prSet>
      <dgm:spPr/>
      <dgm:t>
        <a:bodyPr/>
        <a:lstStyle/>
        <a:p>
          <a:endParaRPr lang="zh-CN" altLang="en-US"/>
        </a:p>
      </dgm:t>
    </dgm:pt>
    <dgm:pt modelId="{4364D18F-C521-40C9-B1C1-7ABAF2251102}" type="pres">
      <dgm:prSet presAssocID="{B43783FA-7461-4D7A-B79D-874DE18AFD8F}" presName="hierFlow" presStyleCnt="0"/>
      <dgm:spPr/>
    </dgm:pt>
    <dgm:pt modelId="{709D3941-3DD2-49A2-B5FE-361844A7B2A2}" type="pres">
      <dgm:prSet presAssocID="{B43783FA-7461-4D7A-B79D-874DE18AFD8F}" presName="hierChild1" presStyleCnt="0">
        <dgm:presLayoutVars>
          <dgm:chPref val="1"/>
          <dgm:animOne val="branch"/>
          <dgm:animLvl val="lvl"/>
        </dgm:presLayoutVars>
      </dgm:prSet>
      <dgm:spPr/>
    </dgm:pt>
    <dgm:pt modelId="{79950869-C5F0-456F-90F5-9A1CF73C655C}" type="pres">
      <dgm:prSet presAssocID="{19BE6104-39D7-4C94-9EC0-8CC971EE36E3}" presName="Name14" presStyleCnt="0"/>
      <dgm:spPr/>
    </dgm:pt>
    <dgm:pt modelId="{96AFCDD6-2DDE-429D-BBDC-F3CF579CDBDE}" type="pres">
      <dgm:prSet presAssocID="{19BE6104-39D7-4C94-9EC0-8CC971EE36E3}" presName="level1Shape" presStyleLbl="node0" presStyleIdx="0" presStyleCnt="1">
        <dgm:presLayoutVars>
          <dgm:chPref val="3"/>
        </dgm:presLayoutVars>
      </dgm:prSet>
      <dgm:spPr/>
      <dgm:t>
        <a:bodyPr/>
        <a:lstStyle/>
        <a:p>
          <a:endParaRPr lang="zh-CN" altLang="en-US"/>
        </a:p>
      </dgm:t>
    </dgm:pt>
    <dgm:pt modelId="{F2186255-0F2C-4369-B035-3B9D9474423A}" type="pres">
      <dgm:prSet presAssocID="{19BE6104-39D7-4C94-9EC0-8CC971EE36E3}" presName="hierChild2" presStyleCnt="0"/>
      <dgm:spPr/>
    </dgm:pt>
    <dgm:pt modelId="{D253C646-FCE8-402B-A06A-B8255D8130DC}" type="pres">
      <dgm:prSet presAssocID="{08D4F578-4DF3-4B6A-AF05-44CA77BCDD08}" presName="Name19" presStyleLbl="parChTrans1D2" presStyleIdx="0" presStyleCnt="2"/>
      <dgm:spPr/>
      <dgm:t>
        <a:bodyPr/>
        <a:lstStyle/>
        <a:p>
          <a:endParaRPr lang="zh-CN" altLang="en-US"/>
        </a:p>
      </dgm:t>
    </dgm:pt>
    <dgm:pt modelId="{EFBD611B-5EB0-470A-9205-285C72030517}" type="pres">
      <dgm:prSet presAssocID="{212B911C-7628-465A-9AF7-BE91E263BC4D}" presName="Name21" presStyleCnt="0"/>
      <dgm:spPr/>
    </dgm:pt>
    <dgm:pt modelId="{5093E39B-95A1-45B4-BDAA-25A2CA51D400}" type="pres">
      <dgm:prSet presAssocID="{212B911C-7628-465A-9AF7-BE91E263BC4D}" presName="level2Shape" presStyleLbl="node2" presStyleIdx="0" presStyleCnt="2"/>
      <dgm:spPr/>
      <dgm:t>
        <a:bodyPr/>
        <a:lstStyle/>
        <a:p>
          <a:endParaRPr lang="zh-CN" altLang="en-US"/>
        </a:p>
      </dgm:t>
    </dgm:pt>
    <dgm:pt modelId="{F740895F-9976-4760-B061-9C9AFFCBE9A6}" type="pres">
      <dgm:prSet presAssocID="{212B911C-7628-465A-9AF7-BE91E263BC4D}" presName="hierChild3" presStyleCnt="0"/>
      <dgm:spPr/>
    </dgm:pt>
    <dgm:pt modelId="{CDA02A9B-93AA-40C5-A68D-796F8D88B97F}" type="pres">
      <dgm:prSet presAssocID="{8CD7CA8B-B27C-4475-821C-50E6ABBC94EA}" presName="Name19" presStyleLbl="parChTrans1D3" presStyleIdx="0" presStyleCnt="4"/>
      <dgm:spPr/>
      <dgm:t>
        <a:bodyPr/>
        <a:lstStyle/>
        <a:p>
          <a:endParaRPr lang="zh-CN" altLang="en-US"/>
        </a:p>
      </dgm:t>
    </dgm:pt>
    <dgm:pt modelId="{E43BCCC0-6312-4DD6-8D27-9214EC97423F}" type="pres">
      <dgm:prSet presAssocID="{2886FB4A-F27C-461F-87BD-6A98A9F13C23}" presName="Name21" presStyleCnt="0"/>
      <dgm:spPr/>
    </dgm:pt>
    <dgm:pt modelId="{ED280DD1-5ED4-4B7A-BCCB-7FF922332095}" type="pres">
      <dgm:prSet presAssocID="{2886FB4A-F27C-461F-87BD-6A98A9F13C23}" presName="level2Shape" presStyleLbl="node3" presStyleIdx="0" presStyleCnt="4"/>
      <dgm:spPr/>
      <dgm:t>
        <a:bodyPr/>
        <a:lstStyle/>
        <a:p>
          <a:endParaRPr lang="zh-CN" altLang="en-US"/>
        </a:p>
      </dgm:t>
    </dgm:pt>
    <dgm:pt modelId="{891FCF96-46E4-43CA-9EDC-164ED9F93BA0}" type="pres">
      <dgm:prSet presAssocID="{2886FB4A-F27C-461F-87BD-6A98A9F13C23}" presName="hierChild3" presStyleCnt="0"/>
      <dgm:spPr/>
    </dgm:pt>
    <dgm:pt modelId="{B3346178-FE9C-44F5-848E-61C7F6110BB1}" type="pres">
      <dgm:prSet presAssocID="{3B9ACAA9-673E-4F74-A4E8-B3466C49D00C}" presName="Name19" presStyleLbl="parChTrans1D3" presStyleIdx="1" presStyleCnt="4"/>
      <dgm:spPr/>
      <dgm:t>
        <a:bodyPr/>
        <a:lstStyle/>
        <a:p>
          <a:endParaRPr lang="zh-CN" altLang="en-US"/>
        </a:p>
      </dgm:t>
    </dgm:pt>
    <dgm:pt modelId="{5B92E143-0A97-413E-B10A-0DDE7B0BB46A}" type="pres">
      <dgm:prSet presAssocID="{910E79F4-2AD0-48A9-8FE8-97A63BC1461B}" presName="Name21" presStyleCnt="0"/>
      <dgm:spPr/>
    </dgm:pt>
    <dgm:pt modelId="{9CAB2239-14A3-41CF-9F16-F21B0257D47B}" type="pres">
      <dgm:prSet presAssocID="{910E79F4-2AD0-48A9-8FE8-97A63BC1461B}" presName="level2Shape" presStyleLbl="node3" presStyleIdx="1" presStyleCnt="4"/>
      <dgm:spPr/>
      <dgm:t>
        <a:bodyPr/>
        <a:lstStyle/>
        <a:p>
          <a:endParaRPr lang="zh-CN" altLang="en-US"/>
        </a:p>
      </dgm:t>
    </dgm:pt>
    <dgm:pt modelId="{B2D4A930-DC2D-4B98-88F5-1B5CDDEAE2D4}" type="pres">
      <dgm:prSet presAssocID="{910E79F4-2AD0-48A9-8FE8-97A63BC1461B}" presName="hierChild3" presStyleCnt="0"/>
      <dgm:spPr/>
    </dgm:pt>
    <dgm:pt modelId="{ECFB8B9D-E89E-493D-A50D-57F6A85C6010}" type="pres">
      <dgm:prSet presAssocID="{686659FD-E1C0-43BA-9ED7-C1FE180CE836}" presName="Name19" presStyleLbl="parChTrans1D4" presStyleIdx="0" presStyleCnt="2"/>
      <dgm:spPr/>
      <dgm:t>
        <a:bodyPr/>
        <a:lstStyle/>
        <a:p>
          <a:endParaRPr lang="zh-CN" altLang="en-US"/>
        </a:p>
      </dgm:t>
    </dgm:pt>
    <dgm:pt modelId="{2ED6FEE9-DA74-438D-A5DA-06C18B9A5D4A}" type="pres">
      <dgm:prSet presAssocID="{9F6A6F39-C55A-473B-9AC4-32D954B90D3F}" presName="Name21" presStyleCnt="0"/>
      <dgm:spPr/>
    </dgm:pt>
    <dgm:pt modelId="{94184CCF-F51D-4B48-9926-BAB9DFD4A07A}" type="pres">
      <dgm:prSet presAssocID="{9F6A6F39-C55A-473B-9AC4-32D954B90D3F}" presName="level2Shape" presStyleLbl="node4" presStyleIdx="0" presStyleCnt="2"/>
      <dgm:spPr/>
      <dgm:t>
        <a:bodyPr/>
        <a:lstStyle/>
        <a:p>
          <a:endParaRPr lang="zh-CN" altLang="en-US"/>
        </a:p>
      </dgm:t>
    </dgm:pt>
    <dgm:pt modelId="{896F8592-D005-411D-8DDD-B54FE737B791}" type="pres">
      <dgm:prSet presAssocID="{9F6A6F39-C55A-473B-9AC4-32D954B90D3F}" presName="hierChild3" presStyleCnt="0"/>
      <dgm:spPr/>
    </dgm:pt>
    <dgm:pt modelId="{51386622-3E0E-47DE-9238-FC80373998EC}" type="pres">
      <dgm:prSet presAssocID="{BFCAB9FE-1255-457B-99BD-D89F378EE465}" presName="Name19" presStyleLbl="parChTrans1D4" presStyleIdx="1" presStyleCnt="2"/>
      <dgm:spPr/>
      <dgm:t>
        <a:bodyPr/>
        <a:lstStyle/>
        <a:p>
          <a:endParaRPr lang="zh-CN" altLang="en-US"/>
        </a:p>
      </dgm:t>
    </dgm:pt>
    <dgm:pt modelId="{DE9F102A-9E4D-4828-97C3-E95ACA0242A8}" type="pres">
      <dgm:prSet presAssocID="{0AA281FC-F97D-4E3E-A4A7-B6B6F663E89A}" presName="Name21" presStyleCnt="0"/>
      <dgm:spPr/>
    </dgm:pt>
    <dgm:pt modelId="{58D44FCC-B8B8-4757-8C6A-F470916B4863}" type="pres">
      <dgm:prSet presAssocID="{0AA281FC-F97D-4E3E-A4A7-B6B6F663E89A}" presName="level2Shape" presStyleLbl="node4" presStyleIdx="1" presStyleCnt="2"/>
      <dgm:spPr/>
      <dgm:t>
        <a:bodyPr/>
        <a:lstStyle/>
        <a:p>
          <a:endParaRPr lang="zh-CN" altLang="en-US"/>
        </a:p>
      </dgm:t>
    </dgm:pt>
    <dgm:pt modelId="{C6805C61-D380-47A9-BABE-F19629539C9A}" type="pres">
      <dgm:prSet presAssocID="{0AA281FC-F97D-4E3E-A4A7-B6B6F663E89A}" presName="hierChild3" presStyleCnt="0"/>
      <dgm:spPr/>
    </dgm:pt>
    <dgm:pt modelId="{0AB50469-7BEB-4A07-B694-3C529EEA2BF9}" type="pres">
      <dgm:prSet presAssocID="{B56951D6-A228-4EC4-8CC3-7D888EE01E34}" presName="Name19" presStyleLbl="parChTrans1D2" presStyleIdx="1" presStyleCnt="2"/>
      <dgm:spPr/>
      <dgm:t>
        <a:bodyPr/>
        <a:lstStyle/>
        <a:p>
          <a:endParaRPr lang="zh-CN" altLang="en-US"/>
        </a:p>
      </dgm:t>
    </dgm:pt>
    <dgm:pt modelId="{EDE713D1-2B69-499A-88A5-1BE497C04A05}" type="pres">
      <dgm:prSet presAssocID="{DBEFE4C2-14F0-49A0-BB7A-122D29C81491}" presName="Name21" presStyleCnt="0"/>
      <dgm:spPr/>
    </dgm:pt>
    <dgm:pt modelId="{0B6E32CD-B701-40F5-BA8A-2A1AF3C5578F}" type="pres">
      <dgm:prSet presAssocID="{DBEFE4C2-14F0-49A0-BB7A-122D29C81491}" presName="level2Shape" presStyleLbl="node2" presStyleIdx="1" presStyleCnt="2"/>
      <dgm:spPr/>
      <dgm:t>
        <a:bodyPr/>
        <a:lstStyle/>
        <a:p>
          <a:endParaRPr lang="zh-CN" altLang="en-US"/>
        </a:p>
      </dgm:t>
    </dgm:pt>
    <dgm:pt modelId="{28562C21-3BE8-4B26-9C8B-B143ED548A15}" type="pres">
      <dgm:prSet presAssocID="{DBEFE4C2-14F0-49A0-BB7A-122D29C81491}" presName="hierChild3" presStyleCnt="0"/>
      <dgm:spPr/>
    </dgm:pt>
    <dgm:pt modelId="{733F4C5E-2E38-4971-872B-D38081ECF45B}" type="pres">
      <dgm:prSet presAssocID="{04E084E0-22A3-4D81-9B0C-A45AD2D6A3B9}" presName="Name19" presStyleLbl="parChTrans1D3" presStyleIdx="2" presStyleCnt="4"/>
      <dgm:spPr/>
      <dgm:t>
        <a:bodyPr/>
        <a:lstStyle/>
        <a:p>
          <a:endParaRPr lang="zh-CN" altLang="en-US"/>
        </a:p>
      </dgm:t>
    </dgm:pt>
    <dgm:pt modelId="{416CD084-059E-44D7-B498-5251D63A2CB7}" type="pres">
      <dgm:prSet presAssocID="{3E67C107-38AE-4570-9356-A7C02B24EFBF}" presName="Name21" presStyleCnt="0"/>
      <dgm:spPr/>
    </dgm:pt>
    <dgm:pt modelId="{D4945356-0FB4-4A23-86E2-8427617EA309}" type="pres">
      <dgm:prSet presAssocID="{3E67C107-38AE-4570-9356-A7C02B24EFBF}" presName="level2Shape" presStyleLbl="node3" presStyleIdx="2" presStyleCnt="4"/>
      <dgm:spPr/>
      <dgm:t>
        <a:bodyPr/>
        <a:lstStyle/>
        <a:p>
          <a:endParaRPr lang="zh-CN" altLang="en-US"/>
        </a:p>
      </dgm:t>
    </dgm:pt>
    <dgm:pt modelId="{9BBF0510-A101-4D3F-8FD0-1C9B22EC41B1}" type="pres">
      <dgm:prSet presAssocID="{3E67C107-38AE-4570-9356-A7C02B24EFBF}" presName="hierChild3" presStyleCnt="0"/>
      <dgm:spPr/>
    </dgm:pt>
    <dgm:pt modelId="{1B14948D-7E3D-483F-88BB-70F6D03E1914}" type="pres">
      <dgm:prSet presAssocID="{CDFC9146-A4B7-4709-849A-B0FA094B0C30}" presName="Name19" presStyleLbl="parChTrans1D3" presStyleIdx="3" presStyleCnt="4"/>
      <dgm:spPr/>
      <dgm:t>
        <a:bodyPr/>
        <a:lstStyle/>
        <a:p>
          <a:endParaRPr lang="zh-CN" altLang="en-US"/>
        </a:p>
      </dgm:t>
    </dgm:pt>
    <dgm:pt modelId="{7441BD6C-EFD2-47A5-9540-B1C215C9CEC0}" type="pres">
      <dgm:prSet presAssocID="{EC391ECA-F2BE-4F1A-999B-4FCFB1DDF66E}" presName="Name21" presStyleCnt="0"/>
      <dgm:spPr/>
    </dgm:pt>
    <dgm:pt modelId="{5AAE826C-E473-4C30-A605-0277693BC5C9}" type="pres">
      <dgm:prSet presAssocID="{EC391ECA-F2BE-4F1A-999B-4FCFB1DDF66E}" presName="level2Shape" presStyleLbl="node3" presStyleIdx="3" presStyleCnt="4"/>
      <dgm:spPr/>
      <dgm:t>
        <a:bodyPr/>
        <a:lstStyle/>
        <a:p>
          <a:endParaRPr lang="zh-CN" altLang="en-US"/>
        </a:p>
      </dgm:t>
    </dgm:pt>
    <dgm:pt modelId="{F6D2F3B5-AC6B-4757-93DC-A29190F92225}" type="pres">
      <dgm:prSet presAssocID="{EC391ECA-F2BE-4F1A-999B-4FCFB1DDF66E}" presName="hierChild3" presStyleCnt="0"/>
      <dgm:spPr/>
    </dgm:pt>
    <dgm:pt modelId="{C13CD890-8BF1-4C84-A612-8FBE3A304319}" type="pres">
      <dgm:prSet presAssocID="{B43783FA-7461-4D7A-B79D-874DE18AFD8F}" presName="bgShapesFlow" presStyleCnt="0"/>
      <dgm:spPr/>
    </dgm:pt>
  </dgm:ptLst>
  <dgm:cxnLst>
    <dgm:cxn modelId="{6ED457B9-CEEE-4588-AD0C-E4EDF57A1CB9}" srcId="{212B911C-7628-465A-9AF7-BE91E263BC4D}" destId="{2886FB4A-F27C-461F-87BD-6A98A9F13C23}" srcOrd="0" destOrd="0" parTransId="{8CD7CA8B-B27C-4475-821C-50E6ABBC94EA}" sibTransId="{51DD47AB-01A7-482F-95D7-06E8FB29948D}"/>
    <dgm:cxn modelId="{DBEB720F-BDC1-44AB-8320-4AE929D085C0}" type="presOf" srcId="{9F6A6F39-C55A-473B-9AC4-32D954B90D3F}" destId="{94184CCF-F51D-4B48-9926-BAB9DFD4A07A}" srcOrd="0" destOrd="0" presId="urn:microsoft.com/office/officeart/2005/8/layout/hierarchy6"/>
    <dgm:cxn modelId="{8FF09445-93CF-4FDE-BC50-35FBC50DAA10}" type="presOf" srcId="{8CD7CA8B-B27C-4475-821C-50E6ABBC94EA}" destId="{CDA02A9B-93AA-40C5-A68D-796F8D88B97F}" srcOrd="0" destOrd="0" presId="urn:microsoft.com/office/officeart/2005/8/layout/hierarchy6"/>
    <dgm:cxn modelId="{5501C9C6-C1AB-4A00-8825-9AE1157717A9}" type="presOf" srcId="{CDFC9146-A4B7-4709-849A-B0FA094B0C30}" destId="{1B14948D-7E3D-483F-88BB-70F6D03E1914}" srcOrd="0" destOrd="0" presId="urn:microsoft.com/office/officeart/2005/8/layout/hierarchy6"/>
    <dgm:cxn modelId="{D37FA0D1-6F5F-4AB9-A044-78AF4EA39F37}" srcId="{212B911C-7628-465A-9AF7-BE91E263BC4D}" destId="{910E79F4-2AD0-48A9-8FE8-97A63BC1461B}" srcOrd="1" destOrd="0" parTransId="{3B9ACAA9-673E-4F74-A4E8-B3466C49D00C}" sibTransId="{A5D8F466-537A-48F1-B4EC-E05F52172F36}"/>
    <dgm:cxn modelId="{38A24170-CE0A-40FE-91BD-BB84288C3CD5}" type="presOf" srcId="{DBEFE4C2-14F0-49A0-BB7A-122D29C81491}" destId="{0B6E32CD-B701-40F5-BA8A-2A1AF3C5578F}" srcOrd="0" destOrd="0" presId="urn:microsoft.com/office/officeart/2005/8/layout/hierarchy6"/>
    <dgm:cxn modelId="{633ED3B3-D775-40E8-AA30-CE2538D7A50B}" srcId="{910E79F4-2AD0-48A9-8FE8-97A63BC1461B}" destId="{0AA281FC-F97D-4E3E-A4A7-B6B6F663E89A}" srcOrd="1" destOrd="0" parTransId="{BFCAB9FE-1255-457B-99BD-D89F378EE465}" sibTransId="{2C29B9CF-9F42-48F0-97DA-23700EF3A37D}"/>
    <dgm:cxn modelId="{7A5618D4-72F4-4D73-9F57-0C9788C8CA7E}" type="presOf" srcId="{0AA281FC-F97D-4E3E-A4A7-B6B6F663E89A}" destId="{58D44FCC-B8B8-4757-8C6A-F470916B4863}" srcOrd="0" destOrd="0" presId="urn:microsoft.com/office/officeart/2005/8/layout/hierarchy6"/>
    <dgm:cxn modelId="{B7A8C7FE-5E85-4729-BD0C-67D384867464}" type="presOf" srcId="{08D4F578-4DF3-4B6A-AF05-44CA77BCDD08}" destId="{D253C646-FCE8-402B-A06A-B8255D8130DC}" srcOrd="0" destOrd="0" presId="urn:microsoft.com/office/officeart/2005/8/layout/hierarchy6"/>
    <dgm:cxn modelId="{08835E3A-A8C6-42C2-94FE-D80CB6DDCAA8}" type="presOf" srcId="{B43783FA-7461-4D7A-B79D-874DE18AFD8F}" destId="{C457EB20-BEF5-41C0-AF22-9692F858CD2E}" srcOrd="0" destOrd="0" presId="urn:microsoft.com/office/officeart/2005/8/layout/hierarchy6"/>
    <dgm:cxn modelId="{A37A8139-F7EA-41DA-A5F5-76DCB8606152}" type="presOf" srcId="{2886FB4A-F27C-461F-87BD-6A98A9F13C23}" destId="{ED280DD1-5ED4-4B7A-BCCB-7FF922332095}" srcOrd="0" destOrd="0" presId="urn:microsoft.com/office/officeart/2005/8/layout/hierarchy6"/>
    <dgm:cxn modelId="{03B8651A-3D59-4F04-AE80-B8975731CF28}" type="presOf" srcId="{19BE6104-39D7-4C94-9EC0-8CC971EE36E3}" destId="{96AFCDD6-2DDE-429D-BBDC-F3CF579CDBDE}" srcOrd="0" destOrd="0" presId="urn:microsoft.com/office/officeart/2005/8/layout/hierarchy6"/>
    <dgm:cxn modelId="{4AAF351F-E12F-40A2-AEF1-95EAEA8BBFA2}" type="presOf" srcId="{3E67C107-38AE-4570-9356-A7C02B24EFBF}" destId="{D4945356-0FB4-4A23-86E2-8427617EA309}" srcOrd="0" destOrd="0" presId="urn:microsoft.com/office/officeart/2005/8/layout/hierarchy6"/>
    <dgm:cxn modelId="{1A1231CC-9B79-4811-8EB5-E351C6083589}" srcId="{19BE6104-39D7-4C94-9EC0-8CC971EE36E3}" destId="{212B911C-7628-465A-9AF7-BE91E263BC4D}" srcOrd="0" destOrd="0" parTransId="{08D4F578-4DF3-4B6A-AF05-44CA77BCDD08}" sibTransId="{9CE03D07-735C-4C1E-A6D0-95F8CB78E16E}"/>
    <dgm:cxn modelId="{5EB5B3C0-C83E-44AA-8BCF-825AE71E5B79}" type="presOf" srcId="{04E084E0-22A3-4D81-9B0C-A45AD2D6A3B9}" destId="{733F4C5E-2E38-4971-872B-D38081ECF45B}" srcOrd="0" destOrd="0" presId="urn:microsoft.com/office/officeart/2005/8/layout/hierarchy6"/>
    <dgm:cxn modelId="{3B30B7F3-9FBC-4212-82D1-83F7000ABC8B}" srcId="{DBEFE4C2-14F0-49A0-BB7A-122D29C81491}" destId="{EC391ECA-F2BE-4F1A-999B-4FCFB1DDF66E}" srcOrd="1" destOrd="0" parTransId="{CDFC9146-A4B7-4709-849A-B0FA094B0C30}" sibTransId="{6834E433-46EC-4FD0-B45B-1E6177B8D4B4}"/>
    <dgm:cxn modelId="{A824A0FB-9126-4180-8684-E9687960392C}" srcId="{910E79F4-2AD0-48A9-8FE8-97A63BC1461B}" destId="{9F6A6F39-C55A-473B-9AC4-32D954B90D3F}" srcOrd="0" destOrd="0" parTransId="{686659FD-E1C0-43BA-9ED7-C1FE180CE836}" sibTransId="{ADF9F963-AC91-47F3-8296-6CD1D8636C24}"/>
    <dgm:cxn modelId="{348B2DE7-F327-4DA7-B5FB-672D548F5B09}" type="presOf" srcId="{686659FD-E1C0-43BA-9ED7-C1FE180CE836}" destId="{ECFB8B9D-E89E-493D-A50D-57F6A85C6010}" srcOrd="0" destOrd="0" presId="urn:microsoft.com/office/officeart/2005/8/layout/hierarchy6"/>
    <dgm:cxn modelId="{CDC02F4E-A632-41A6-BAAF-FF5C13F3E604}" type="presOf" srcId="{3B9ACAA9-673E-4F74-A4E8-B3466C49D00C}" destId="{B3346178-FE9C-44F5-848E-61C7F6110BB1}" srcOrd="0" destOrd="0" presId="urn:microsoft.com/office/officeart/2005/8/layout/hierarchy6"/>
    <dgm:cxn modelId="{34D90782-6913-4E7C-B3F5-C60E3B66AF3B}" type="presOf" srcId="{B56951D6-A228-4EC4-8CC3-7D888EE01E34}" destId="{0AB50469-7BEB-4A07-B694-3C529EEA2BF9}" srcOrd="0" destOrd="0" presId="urn:microsoft.com/office/officeart/2005/8/layout/hierarchy6"/>
    <dgm:cxn modelId="{B19E6B87-F926-4476-89F5-22BEE3AD294B}" type="presOf" srcId="{EC391ECA-F2BE-4F1A-999B-4FCFB1DDF66E}" destId="{5AAE826C-E473-4C30-A605-0277693BC5C9}" srcOrd="0" destOrd="0" presId="urn:microsoft.com/office/officeart/2005/8/layout/hierarchy6"/>
    <dgm:cxn modelId="{27ACF142-C172-44DE-BBC6-79C644E68359}" type="presOf" srcId="{910E79F4-2AD0-48A9-8FE8-97A63BC1461B}" destId="{9CAB2239-14A3-41CF-9F16-F21B0257D47B}" srcOrd="0" destOrd="0" presId="urn:microsoft.com/office/officeart/2005/8/layout/hierarchy6"/>
    <dgm:cxn modelId="{075FC3F2-0D24-4DB3-9653-39ACCDBDF000}" type="presOf" srcId="{BFCAB9FE-1255-457B-99BD-D89F378EE465}" destId="{51386622-3E0E-47DE-9238-FC80373998EC}" srcOrd="0" destOrd="0" presId="urn:microsoft.com/office/officeart/2005/8/layout/hierarchy6"/>
    <dgm:cxn modelId="{76673F3E-AA4F-480B-BE67-F92502D9E5C8}" type="presOf" srcId="{212B911C-7628-465A-9AF7-BE91E263BC4D}" destId="{5093E39B-95A1-45B4-BDAA-25A2CA51D400}" srcOrd="0" destOrd="0" presId="urn:microsoft.com/office/officeart/2005/8/layout/hierarchy6"/>
    <dgm:cxn modelId="{EE083CAC-466B-481E-A5BC-88DCF9BA3A10}" srcId="{19BE6104-39D7-4C94-9EC0-8CC971EE36E3}" destId="{DBEFE4C2-14F0-49A0-BB7A-122D29C81491}" srcOrd="1" destOrd="0" parTransId="{B56951D6-A228-4EC4-8CC3-7D888EE01E34}" sibTransId="{62193C4A-75D2-4B87-A143-A0115DE9AEC5}"/>
    <dgm:cxn modelId="{881651A4-83EB-4415-933B-AAF7CD0A43C1}" srcId="{B43783FA-7461-4D7A-B79D-874DE18AFD8F}" destId="{19BE6104-39D7-4C94-9EC0-8CC971EE36E3}" srcOrd="0" destOrd="0" parTransId="{59970D5A-5CB7-4DE3-AC69-8E3F8EC4FF1C}" sibTransId="{E6808B3A-DB5B-4F7D-9908-3D9BBDA945EB}"/>
    <dgm:cxn modelId="{C60F871D-5458-48FE-969F-0184D45BC439}" srcId="{DBEFE4C2-14F0-49A0-BB7A-122D29C81491}" destId="{3E67C107-38AE-4570-9356-A7C02B24EFBF}" srcOrd="0" destOrd="0" parTransId="{04E084E0-22A3-4D81-9B0C-A45AD2D6A3B9}" sibTransId="{6E6F00A2-72E6-497A-ACEB-90902E4949E7}"/>
    <dgm:cxn modelId="{40DF7CC8-79D1-41A8-BED1-B43F50A50EE6}" type="presParOf" srcId="{C457EB20-BEF5-41C0-AF22-9692F858CD2E}" destId="{4364D18F-C521-40C9-B1C1-7ABAF2251102}" srcOrd="0" destOrd="0" presId="urn:microsoft.com/office/officeart/2005/8/layout/hierarchy6"/>
    <dgm:cxn modelId="{2D7A42F8-A3E2-450E-B522-8491453BA353}" type="presParOf" srcId="{4364D18F-C521-40C9-B1C1-7ABAF2251102}" destId="{709D3941-3DD2-49A2-B5FE-361844A7B2A2}" srcOrd="0" destOrd="0" presId="urn:microsoft.com/office/officeart/2005/8/layout/hierarchy6"/>
    <dgm:cxn modelId="{42092126-B321-43DD-9BE7-5B781CC83AFC}" type="presParOf" srcId="{709D3941-3DD2-49A2-B5FE-361844A7B2A2}" destId="{79950869-C5F0-456F-90F5-9A1CF73C655C}" srcOrd="0" destOrd="0" presId="urn:microsoft.com/office/officeart/2005/8/layout/hierarchy6"/>
    <dgm:cxn modelId="{2ACBF177-A28F-47F4-9446-C9C495E05728}" type="presParOf" srcId="{79950869-C5F0-456F-90F5-9A1CF73C655C}" destId="{96AFCDD6-2DDE-429D-BBDC-F3CF579CDBDE}" srcOrd="0" destOrd="0" presId="urn:microsoft.com/office/officeart/2005/8/layout/hierarchy6"/>
    <dgm:cxn modelId="{CA6BEFD1-A9FD-4E0A-84BF-DF50FB477447}" type="presParOf" srcId="{79950869-C5F0-456F-90F5-9A1CF73C655C}" destId="{F2186255-0F2C-4369-B035-3B9D9474423A}" srcOrd="1" destOrd="0" presId="urn:microsoft.com/office/officeart/2005/8/layout/hierarchy6"/>
    <dgm:cxn modelId="{F36F7F1E-D35F-4894-BA0A-9E7DD512687F}" type="presParOf" srcId="{F2186255-0F2C-4369-B035-3B9D9474423A}" destId="{D253C646-FCE8-402B-A06A-B8255D8130DC}" srcOrd="0" destOrd="0" presId="urn:microsoft.com/office/officeart/2005/8/layout/hierarchy6"/>
    <dgm:cxn modelId="{3B9EDB93-340A-4758-A695-FEE1CDBDAB27}" type="presParOf" srcId="{F2186255-0F2C-4369-B035-3B9D9474423A}" destId="{EFBD611B-5EB0-470A-9205-285C72030517}" srcOrd="1" destOrd="0" presId="urn:microsoft.com/office/officeart/2005/8/layout/hierarchy6"/>
    <dgm:cxn modelId="{08023B65-E52E-4F60-B2D1-D00B33E5BDF6}" type="presParOf" srcId="{EFBD611B-5EB0-470A-9205-285C72030517}" destId="{5093E39B-95A1-45B4-BDAA-25A2CA51D400}" srcOrd="0" destOrd="0" presId="urn:microsoft.com/office/officeart/2005/8/layout/hierarchy6"/>
    <dgm:cxn modelId="{643080E4-EE10-4007-931E-03518B19CA6F}" type="presParOf" srcId="{EFBD611B-5EB0-470A-9205-285C72030517}" destId="{F740895F-9976-4760-B061-9C9AFFCBE9A6}" srcOrd="1" destOrd="0" presId="urn:microsoft.com/office/officeart/2005/8/layout/hierarchy6"/>
    <dgm:cxn modelId="{B96F4715-649A-446E-AE5C-C72DE70DC64D}" type="presParOf" srcId="{F740895F-9976-4760-B061-9C9AFFCBE9A6}" destId="{CDA02A9B-93AA-40C5-A68D-796F8D88B97F}" srcOrd="0" destOrd="0" presId="urn:microsoft.com/office/officeart/2005/8/layout/hierarchy6"/>
    <dgm:cxn modelId="{5C129854-41B5-4A10-A90E-48DF705216B3}" type="presParOf" srcId="{F740895F-9976-4760-B061-9C9AFFCBE9A6}" destId="{E43BCCC0-6312-4DD6-8D27-9214EC97423F}" srcOrd="1" destOrd="0" presId="urn:microsoft.com/office/officeart/2005/8/layout/hierarchy6"/>
    <dgm:cxn modelId="{0C7343C8-B8F4-4E16-8B2D-E19EBACE87F9}" type="presParOf" srcId="{E43BCCC0-6312-4DD6-8D27-9214EC97423F}" destId="{ED280DD1-5ED4-4B7A-BCCB-7FF922332095}" srcOrd="0" destOrd="0" presId="urn:microsoft.com/office/officeart/2005/8/layout/hierarchy6"/>
    <dgm:cxn modelId="{C5F6FAEA-503D-404A-A0FE-22E3E589E9B7}" type="presParOf" srcId="{E43BCCC0-6312-4DD6-8D27-9214EC97423F}" destId="{891FCF96-46E4-43CA-9EDC-164ED9F93BA0}" srcOrd="1" destOrd="0" presId="urn:microsoft.com/office/officeart/2005/8/layout/hierarchy6"/>
    <dgm:cxn modelId="{551521D8-1A3C-467A-BC0B-683FC49C2704}" type="presParOf" srcId="{F740895F-9976-4760-B061-9C9AFFCBE9A6}" destId="{B3346178-FE9C-44F5-848E-61C7F6110BB1}" srcOrd="2" destOrd="0" presId="urn:microsoft.com/office/officeart/2005/8/layout/hierarchy6"/>
    <dgm:cxn modelId="{8863E9C3-D7BB-4DAD-9595-F88D4197B1D5}" type="presParOf" srcId="{F740895F-9976-4760-B061-9C9AFFCBE9A6}" destId="{5B92E143-0A97-413E-B10A-0DDE7B0BB46A}" srcOrd="3" destOrd="0" presId="urn:microsoft.com/office/officeart/2005/8/layout/hierarchy6"/>
    <dgm:cxn modelId="{3CB537F9-201E-4AC0-8A86-30B801C99921}" type="presParOf" srcId="{5B92E143-0A97-413E-B10A-0DDE7B0BB46A}" destId="{9CAB2239-14A3-41CF-9F16-F21B0257D47B}" srcOrd="0" destOrd="0" presId="urn:microsoft.com/office/officeart/2005/8/layout/hierarchy6"/>
    <dgm:cxn modelId="{307B5CCB-FA3D-4E18-8A7D-9A92EA3287D4}" type="presParOf" srcId="{5B92E143-0A97-413E-B10A-0DDE7B0BB46A}" destId="{B2D4A930-DC2D-4B98-88F5-1B5CDDEAE2D4}" srcOrd="1" destOrd="0" presId="urn:microsoft.com/office/officeart/2005/8/layout/hierarchy6"/>
    <dgm:cxn modelId="{195C6D1C-0743-4224-B971-9F094EDD6F03}" type="presParOf" srcId="{B2D4A930-DC2D-4B98-88F5-1B5CDDEAE2D4}" destId="{ECFB8B9D-E89E-493D-A50D-57F6A85C6010}" srcOrd="0" destOrd="0" presId="urn:microsoft.com/office/officeart/2005/8/layout/hierarchy6"/>
    <dgm:cxn modelId="{0B5D3DE9-C4A7-4FFF-9012-7C829D44C014}" type="presParOf" srcId="{B2D4A930-DC2D-4B98-88F5-1B5CDDEAE2D4}" destId="{2ED6FEE9-DA74-438D-A5DA-06C18B9A5D4A}" srcOrd="1" destOrd="0" presId="urn:microsoft.com/office/officeart/2005/8/layout/hierarchy6"/>
    <dgm:cxn modelId="{BEB0290D-A5E6-46A2-956E-2579550870DE}" type="presParOf" srcId="{2ED6FEE9-DA74-438D-A5DA-06C18B9A5D4A}" destId="{94184CCF-F51D-4B48-9926-BAB9DFD4A07A}" srcOrd="0" destOrd="0" presId="urn:microsoft.com/office/officeart/2005/8/layout/hierarchy6"/>
    <dgm:cxn modelId="{E4C2B886-404F-44C7-AA4B-5F8E6DE0D7CD}" type="presParOf" srcId="{2ED6FEE9-DA74-438D-A5DA-06C18B9A5D4A}" destId="{896F8592-D005-411D-8DDD-B54FE737B791}" srcOrd="1" destOrd="0" presId="urn:microsoft.com/office/officeart/2005/8/layout/hierarchy6"/>
    <dgm:cxn modelId="{6E70D8E3-1BD5-4E68-8E3D-AD5C8A3783AD}" type="presParOf" srcId="{B2D4A930-DC2D-4B98-88F5-1B5CDDEAE2D4}" destId="{51386622-3E0E-47DE-9238-FC80373998EC}" srcOrd="2" destOrd="0" presId="urn:microsoft.com/office/officeart/2005/8/layout/hierarchy6"/>
    <dgm:cxn modelId="{81CEBA2C-8573-4E71-A443-BA0FC445C2AF}" type="presParOf" srcId="{B2D4A930-DC2D-4B98-88F5-1B5CDDEAE2D4}" destId="{DE9F102A-9E4D-4828-97C3-E95ACA0242A8}" srcOrd="3" destOrd="0" presId="urn:microsoft.com/office/officeart/2005/8/layout/hierarchy6"/>
    <dgm:cxn modelId="{1696A1E4-6BF2-4D7A-B5FB-61775E7C8E9D}" type="presParOf" srcId="{DE9F102A-9E4D-4828-97C3-E95ACA0242A8}" destId="{58D44FCC-B8B8-4757-8C6A-F470916B4863}" srcOrd="0" destOrd="0" presId="urn:microsoft.com/office/officeart/2005/8/layout/hierarchy6"/>
    <dgm:cxn modelId="{8DB7B880-5BE1-4987-A04B-7D483CD548EA}" type="presParOf" srcId="{DE9F102A-9E4D-4828-97C3-E95ACA0242A8}" destId="{C6805C61-D380-47A9-BABE-F19629539C9A}" srcOrd="1" destOrd="0" presId="urn:microsoft.com/office/officeart/2005/8/layout/hierarchy6"/>
    <dgm:cxn modelId="{C06D5247-D62D-4602-9206-EF2148705D30}" type="presParOf" srcId="{F2186255-0F2C-4369-B035-3B9D9474423A}" destId="{0AB50469-7BEB-4A07-B694-3C529EEA2BF9}" srcOrd="2" destOrd="0" presId="urn:microsoft.com/office/officeart/2005/8/layout/hierarchy6"/>
    <dgm:cxn modelId="{19174A52-63AA-4345-A248-40F759B1191F}" type="presParOf" srcId="{F2186255-0F2C-4369-B035-3B9D9474423A}" destId="{EDE713D1-2B69-499A-88A5-1BE497C04A05}" srcOrd="3" destOrd="0" presId="urn:microsoft.com/office/officeart/2005/8/layout/hierarchy6"/>
    <dgm:cxn modelId="{81579564-B370-4E1B-AF87-ACBDB0177636}" type="presParOf" srcId="{EDE713D1-2B69-499A-88A5-1BE497C04A05}" destId="{0B6E32CD-B701-40F5-BA8A-2A1AF3C5578F}" srcOrd="0" destOrd="0" presId="urn:microsoft.com/office/officeart/2005/8/layout/hierarchy6"/>
    <dgm:cxn modelId="{5601581B-2660-4EA0-97AD-D3CBE84EBD7C}" type="presParOf" srcId="{EDE713D1-2B69-499A-88A5-1BE497C04A05}" destId="{28562C21-3BE8-4B26-9C8B-B143ED548A15}" srcOrd="1" destOrd="0" presId="urn:microsoft.com/office/officeart/2005/8/layout/hierarchy6"/>
    <dgm:cxn modelId="{C0826C6A-38EF-45C7-A760-541E51F9CE02}" type="presParOf" srcId="{28562C21-3BE8-4B26-9C8B-B143ED548A15}" destId="{733F4C5E-2E38-4971-872B-D38081ECF45B}" srcOrd="0" destOrd="0" presId="urn:microsoft.com/office/officeart/2005/8/layout/hierarchy6"/>
    <dgm:cxn modelId="{A892FD08-7F9B-4A93-8057-8C2C3C65516F}" type="presParOf" srcId="{28562C21-3BE8-4B26-9C8B-B143ED548A15}" destId="{416CD084-059E-44D7-B498-5251D63A2CB7}" srcOrd="1" destOrd="0" presId="urn:microsoft.com/office/officeart/2005/8/layout/hierarchy6"/>
    <dgm:cxn modelId="{A93FFF8A-3234-45F5-B116-F09D6124B34E}" type="presParOf" srcId="{416CD084-059E-44D7-B498-5251D63A2CB7}" destId="{D4945356-0FB4-4A23-86E2-8427617EA309}" srcOrd="0" destOrd="0" presId="urn:microsoft.com/office/officeart/2005/8/layout/hierarchy6"/>
    <dgm:cxn modelId="{47BFD3CF-A6A5-452F-9B2D-1C179F2A64B5}" type="presParOf" srcId="{416CD084-059E-44D7-B498-5251D63A2CB7}" destId="{9BBF0510-A101-4D3F-8FD0-1C9B22EC41B1}" srcOrd="1" destOrd="0" presId="urn:microsoft.com/office/officeart/2005/8/layout/hierarchy6"/>
    <dgm:cxn modelId="{E8B4CB11-F140-4BAB-B9D0-15F74CB4C5D3}" type="presParOf" srcId="{28562C21-3BE8-4B26-9C8B-B143ED548A15}" destId="{1B14948D-7E3D-483F-88BB-70F6D03E1914}" srcOrd="2" destOrd="0" presId="urn:microsoft.com/office/officeart/2005/8/layout/hierarchy6"/>
    <dgm:cxn modelId="{4F10DB01-4CBA-4FA7-A094-15F68BD241F4}" type="presParOf" srcId="{28562C21-3BE8-4B26-9C8B-B143ED548A15}" destId="{7441BD6C-EFD2-47A5-9540-B1C215C9CEC0}" srcOrd="3" destOrd="0" presId="urn:microsoft.com/office/officeart/2005/8/layout/hierarchy6"/>
    <dgm:cxn modelId="{68B42CCA-1CC8-4A8B-9CF2-C3AA2DD73DE7}" type="presParOf" srcId="{7441BD6C-EFD2-47A5-9540-B1C215C9CEC0}" destId="{5AAE826C-E473-4C30-A605-0277693BC5C9}" srcOrd="0" destOrd="0" presId="urn:microsoft.com/office/officeart/2005/8/layout/hierarchy6"/>
    <dgm:cxn modelId="{D8341FF1-8FF7-4970-8B75-3C99C5F9BFC8}" type="presParOf" srcId="{7441BD6C-EFD2-47A5-9540-B1C215C9CEC0}" destId="{F6D2F3B5-AC6B-4757-93DC-A29190F92225}" srcOrd="1" destOrd="0" presId="urn:microsoft.com/office/officeart/2005/8/layout/hierarchy6"/>
    <dgm:cxn modelId="{B3950FCD-0518-4700-99D8-919612C27F55}" type="presParOf" srcId="{C457EB20-BEF5-41C0-AF22-9692F858CD2E}" destId="{C13CD890-8BF1-4C84-A612-8FBE3A304319}" srcOrd="1" destOrd="0" presId="urn:microsoft.com/office/officeart/2005/8/layout/hierarchy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6AFCDD6-2DDE-429D-BBDC-F3CF579CDBDE}">
      <dsp:nvSpPr>
        <dsp:cNvPr id="0" name=""/>
        <dsp:cNvSpPr/>
      </dsp:nvSpPr>
      <dsp:spPr>
        <a:xfrm>
          <a:off x="1719667" y="505515"/>
          <a:ext cx="880664" cy="587109"/>
        </a:xfrm>
        <a:prstGeom prst="roundRect">
          <a:avLst>
            <a:gd name="adj" fmla="val 10000"/>
          </a:avLst>
        </a:prstGeom>
        <a:solidFill>
          <a:srgbClr val="FF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初始形状</a:t>
          </a:r>
          <a:endParaRPr lang="zh-CN" altLang="en-US" sz="1100" kern="1200" dirty="0"/>
        </a:p>
      </dsp:txBody>
      <dsp:txXfrm>
        <a:off x="1736863" y="522711"/>
        <a:ext cx="846272" cy="552717"/>
      </dsp:txXfrm>
    </dsp:sp>
    <dsp:sp modelId="{D253C646-FCE8-402B-A06A-B8255D8130DC}">
      <dsp:nvSpPr>
        <dsp:cNvPr id="0" name=""/>
        <dsp:cNvSpPr/>
      </dsp:nvSpPr>
      <dsp:spPr>
        <a:xfrm>
          <a:off x="1015136" y="1092624"/>
          <a:ext cx="1144863" cy="234843"/>
        </a:xfrm>
        <a:custGeom>
          <a:avLst/>
          <a:gdLst/>
          <a:ahLst/>
          <a:cxnLst/>
          <a:rect l="0" t="0" r="0" b="0"/>
          <a:pathLst>
            <a:path>
              <a:moveTo>
                <a:pt x="1144863" y="0"/>
              </a:moveTo>
              <a:lnTo>
                <a:pt x="1144863" y="117421"/>
              </a:lnTo>
              <a:lnTo>
                <a:pt x="0" y="117421"/>
              </a:lnTo>
              <a:lnTo>
                <a:pt x="0" y="234843"/>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093E39B-95A1-45B4-BDAA-25A2CA51D400}">
      <dsp:nvSpPr>
        <dsp:cNvPr id="0" name=""/>
        <dsp:cNvSpPr/>
      </dsp:nvSpPr>
      <dsp:spPr>
        <a:xfrm>
          <a:off x="574804" y="1327468"/>
          <a:ext cx="880664" cy="587109"/>
        </a:xfrm>
        <a:prstGeom prst="roundRect">
          <a:avLst>
            <a:gd name="adj" fmla="val 10000"/>
          </a:avLst>
        </a:prstGeom>
        <a:solidFill>
          <a:srgbClr val="7030A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非终端形状</a:t>
          </a:r>
          <a:endParaRPr lang="zh-CN" altLang="en-US" sz="1100" kern="1200" dirty="0"/>
        </a:p>
      </dsp:txBody>
      <dsp:txXfrm>
        <a:off x="592000" y="1344664"/>
        <a:ext cx="846272" cy="552717"/>
      </dsp:txXfrm>
    </dsp:sp>
    <dsp:sp modelId="{CDA02A9B-93AA-40C5-A68D-796F8D88B97F}">
      <dsp:nvSpPr>
        <dsp:cNvPr id="0" name=""/>
        <dsp:cNvSpPr/>
      </dsp:nvSpPr>
      <dsp:spPr>
        <a:xfrm>
          <a:off x="442705" y="1914578"/>
          <a:ext cx="572431" cy="234843"/>
        </a:xfrm>
        <a:custGeom>
          <a:avLst/>
          <a:gdLst/>
          <a:ahLst/>
          <a:cxnLst/>
          <a:rect l="0" t="0" r="0" b="0"/>
          <a:pathLst>
            <a:path>
              <a:moveTo>
                <a:pt x="572431" y="0"/>
              </a:moveTo>
              <a:lnTo>
                <a:pt x="572431" y="117421"/>
              </a:lnTo>
              <a:lnTo>
                <a:pt x="0" y="117421"/>
              </a:lnTo>
              <a:lnTo>
                <a:pt x="0" y="234843"/>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D280DD1-5ED4-4B7A-BCCB-7FF922332095}">
      <dsp:nvSpPr>
        <dsp:cNvPr id="0" name=""/>
        <dsp:cNvSpPr/>
      </dsp:nvSpPr>
      <dsp:spPr>
        <a:xfrm>
          <a:off x="2373" y="2149421"/>
          <a:ext cx="880664" cy="587109"/>
        </a:xfrm>
        <a:prstGeom prst="roundRect">
          <a:avLst>
            <a:gd name="adj" fmla="val 10000"/>
          </a:avLst>
        </a:prstGeom>
        <a:solidFill>
          <a:srgbClr val="00B05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终端形状</a:t>
          </a:r>
          <a:endParaRPr lang="zh-CN" altLang="en-US" sz="1100" kern="1200" dirty="0"/>
        </a:p>
      </dsp:txBody>
      <dsp:txXfrm>
        <a:off x="19569" y="2166617"/>
        <a:ext cx="846272" cy="552717"/>
      </dsp:txXfrm>
    </dsp:sp>
    <dsp:sp modelId="{B3346178-FE9C-44F5-848E-61C7F6110BB1}">
      <dsp:nvSpPr>
        <dsp:cNvPr id="0" name=""/>
        <dsp:cNvSpPr/>
      </dsp:nvSpPr>
      <dsp:spPr>
        <a:xfrm>
          <a:off x="1015136" y="1914578"/>
          <a:ext cx="572431" cy="234843"/>
        </a:xfrm>
        <a:custGeom>
          <a:avLst/>
          <a:gdLst/>
          <a:ahLst/>
          <a:cxnLst/>
          <a:rect l="0" t="0" r="0" b="0"/>
          <a:pathLst>
            <a:path>
              <a:moveTo>
                <a:pt x="0" y="0"/>
              </a:moveTo>
              <a:lnTo>
                <a:pt x="0" y="117421"/>
              </a:lnTo>
              <a:lnTo>
                <a:pt x="572431" y="117421"/>
              </a:lnTo>
              <a:lnTo>
                <a:pt x="572431" y="234843"/>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CAB2239-14A3-41CF-9F16-F21B0257D47B}">
      <dsp:nvSpPr>
        <dsp:cNvPr id="0" name=""/>
        <dsp:cNvSpPr/>
      </dsp:nvSpPr>
      <dsp:spPr>
        <a:xfrm>
          <a:off x="1147236" y="2149421"/>
          <a:ext cx="880664" cy="587109"/>
        </a:xfrm>
        <a:prstGeom prst="roundRect">
          <a:avLst>
            <a:gd name="adj" fmla="val 10000"/>
          </a:avLst>
        </a:prstGeom>
        <a:solidFill>
          <a:srgbClr val="7030A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非终端形状</a:t>
          </a:r>
          <a:endParaRPr lang="zh-CN" altLang="en-US" sz="1100" kern="1200" dirty="0"/>
        </a:p>
      </dsp:txBody>
      <dsp:txXfrm>
        <a:off x="1164432" y="2166617"/>
        <a:ext cx="846272" cy="552717"/>
      </dsp:txXfrm>
    </dsp:sp>
    <dsp:sp modelId="{ECFB8B9D-E89E-493D-A50D-57F6A85C6010}">
      <dsp:nvSpPr>
        <dsp:cNvPr id="0" name=""/>
        <dsp:cNvSpPr/>
      </dsp:nvSpPr>
      <dsp:spPr>
        <a:xfrm>
          <a:off x="1015136" y="2736531"/>
          <a:ext cx="572431" cy="234843"/>
        </a:xfrm>
        <a:custGeom>
          <a:avLst/>
          <a:gdLst/>
          <a:ahLst/>
          <a:cxnLst/>
          <a:rect l="0" t="0" r="0" b="0"/>
          <a:pathLst>
            <a:path>
              <a:moveTo>
                <a:pt x="572431" y="0"/>
              </a:moveTo>
              <a:lnTo>
                <a:pt x="572431" y="117421"/>
              </a:lnTo>
              <a:lnTo>
                <a:pt x="0" y="117421"/>
              </a:lnTo>
              <a:lnTo>
                <a:pt x="0" y="234843"/>
              </a:lnTo>
            </a:path>
          </a:pathLst>
        </a:custGeom>
        <a:noFill/>
        <a:ln w="12700" cap="flat" cmpd="sng" algn="ctr">
          <a:solidFill>
            <a:schemeClr val="accent1">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4184CCF-F51D-4B48-9926-BAB9DFD4A07A}">
      <dsp:nvSpPr>
        <dsp:cNvPr id="0" name=""/>
        <dsp:cNvSpPr/>
      </dsp:nvSpPr>
      <dsp:spPr>
        <a:xfrm>
          <a:off x="574804" y="2971375"/>
          <a:ext cx="880664" cy="587109"/>
        </a:xfrm>
        <a:prstGeom prst="roundRect">
          <a:avLst>
            <a:gd name="adj" fmla="val 10000"/>
          </a:avLst>
        </a:prstGeom>
        <a:solidFill>
          <a:srgbClr val="00B05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终端形状</a:t>
          </a:r>
          <a:endParaRPr lang="zh-CN" altLang="en-US" sz="1100" kern="1200" dirty="0"/>
        </a:p>
      </dsp:txBody>
      <dsp:txXfrm>
        <a:off x="592000" y="2988571"/>
        <a:ext cx="846272" cy="552717"/>
      </dsp:txXfrm>
    </dsp:sp>
    <dsp:sp modelId="{51386622-3E0E-47DE-9238-FC80373998EC}">
      <dsp:nvSpPr>
        <dsp:cNvPr id="0" name=""/>
        <dsp:cNvSpPr/>
      </dsp:nvSpPr>
      <dsp:spPr>
        <a:xfrm>
          <a:off x="1587568" y="2736531"/>
          <a:ext cx="572431" cy="234843"/>
        </a:xfrm>
        <a:custGeom>
          <a:avLst/>
          <a:gdLst/>
          <a:ahLst/>
          <a:cxnLst/>
          <a:rect l="0" t="0" r="0" b="0"/>
          <a:pathLst>
            <a:path>
              <a:moveTo>
                <a:pt x="0" y="0"/>
              </a:moveTo>
              <a:lnTo>
                <a:pt x="0" y="117421"/>
              </a:lnTo>
              <a:lnTo>
                <a:pt x="572431" y="117421"/>
              </a:lnTo>
              <a:lnTo>
                <a:pt x="572431" y="234843"/>
              </a:lnTo>
            </a:path>
          </a:pathLst>
        </a:custGeom>
        <a:noFill/>
        <a:ln w="12700" cap="flat" cmpd="sng" algn="ctr">
          <a:solidFill>
            <a:schemeClr val="accent1">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8D44FCC-B8B8-4757-8C6A-F470916B4863}">
      <dsp:nvSpPr>
        <dsp:cNvPr id="0" name=""/>
        <dsp:cNvSpPr/>
      </dsp:nvSpPr>
      <dsp:spPr>
        <a:xfrm>
          <a:off x="1719667" y="2971375"/>
          <a:ext cx="880664" cy="587109"/>
        </a:xfrm>
        <a:prstGeom prst="roundRect">
          <a:avLst>
            <a:gd name="adj" fmla="val 10000"/>
          </a:avLst>
        </a:prstGeom>
        <a:solidFill>
          <a:srgbClr val="00B05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终端形状</a:t>
          </a:r>
          <a:endParaRPr lang="zh-CN" altLang="en-US" sz="1100" kern="1200" dirty="0"/>
        </a:p>
      </dsp:txBody>
      <dsp:txXfrm>
        <a:off x="1736863" y="2988571"/>
        <a:ext cx="846272" cy="552717"/>
      </dsp:txXfrm>
    </dsp:sp>
    <dsp:sp modelId="{0AB50469-7BEB-4A07-B694-3C529EEA2BF9}">
      <dsp:nvSpPr>
        <dsp:cNvPr id="0" name=""/>
        <dsp:cNvSpPr/>
      </dsp:nvSpPr>
      <dsp:spPr>
        <a:xfrm>
          <a:off x="2159999" y="1092624"/>
          <a:ext cx="1144863" cy="234843"/>
        </a:xfrm>
        <a:custGeom>
          <a:avLst/>
          <a:gdLst/>
          <a:ahLst/>
          <a:cxnLst/>
          <a:rect l="0" t="0" r="0" b="0"/>
          <a:pathLst>
            <a:path>
              <a:moveTo>
                <a:pt x="0" y="0"/>
              </a:moveTo>
              <a:lnTo>
                <a:pt x="0" y="117421"/>
              </a:lnTo>
              <a:lnTo>
                <a:pt x="1144863" y="117421"/>
              </a:lnTo>
              <a:lnTo>
                <a:pt x="1144863" y="234843"/>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B6E32CD-B701-40F5-BA8A-2A1AF3C5578F}">
      <dsp:nvSpPr>
        <dsp:cNvPr id="0" name=""/>
        <dsp:cNvSpPr/>
      </dsp:nvSpPr>
      <dsp:spPr>
        <a:xfrm>
          <a:off x="2864531" y="1327468"/>
          <a:ext cx="880664" cy="587109"/>
        </a:xfrm>
        <a:prstGeom prst="roundRect">
          <a:avLst>
            <a:gd name="adj" fmla="val 10000"/>
          </a:avLst>
        </a:prstGeom>
        <a:solidFill>
          <a:srgbClr val="7030A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非终端形状</a:t>
          </a:r>
          <a:endParaRPr lang="zh-CN" altLang="en-US" sz="1100" kern="1200" dirty="0"/>
        </a:p>
      </dsp:txBody>
      <dsp:txXfrm>
        <a:off x="2881727" y="1344664"/>
        <a:ext cx="846272" cy="552717"/>
      </dsp:txXfrm>
    </dsp:sp>
    <dsp:sp modelId="{733F4C5E-2E38-4971-872B-D38081ECF45B}">
      <dsp:nvSpPr>
        <dsp:cNvPr id="0" name=""/>
        <dsp:cNvSpPr/>
      </dsp:nvSpPr>
      <dsp:spPr>
        <a:xfrm>
          <a:off x="2732431" y="1914578"/>
          <a:ext cx="572431" cy="234843"/>
        </a:xfrm>
        <a:custGeom>
          <a:avLst/>
          <a:gdLst/>
          <a:ahLst/>
          <a:cxnLst/>
          <a:rect l="0" t="0" r="0" b="0"/>
          <a:pathLst>
            <a:path>
              <a:moveTo>
                <a:pt x="572431" y="0"/>
              </a:moveTo>
              <a:lnTo>
                <a:pt x="572431" y="117421"/>
              </a:lnTo>
              <a:lnTo>
                <a:pt x="0" y="117421"/>
              </a:lnTo>
              <a:lnTo>
                <a:pt x="0" y="234843"/>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4945356-0FB4-4A23-86E2-8427617EA309}">
      <dsp:nvSpPr>
        <dsp:cNvPr id="0" name=""/>
        <dsp:cNvSpPr/>
      </dsp:nvSpPr>
      <dsp:spPr>
        <a:xfrm>
          <a:off x="2292099" y="2149421"/>
          <a:ext cx="880664" cy="587109"/>
        </a:xfrm>
        <a:prstGeom prst="roundRect">
          <a:avLst>
            <a:gd name="adj" fmla="val 10000"/>
          </a:avLst>
        </a:prstGeom>
        <a:solidFill>
          <a:srgbClr val="00B05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终端形状</a:t>
          </a:r>
          <a:endParaRPr lang="zh-CN" altLang="en-US" sz="1100" kern="1200" dirty="0"/>
        </a:p>
      </dsp:txBody>
      <dsp:txXfrm>
        <a:off x="2309295" y="2166617"/>
        <a:ext cx="846272" cy="552717"/>
      </dsp:txXfrm>
    </dsp:sp>
    <dsp:sp modelId="{1B14948D-7E3D-483F-88BB-70F6D03E1914}">
      <dsp:nvSpPr>
        <dsp:cNvPr id="0" name=""/>
        <dsp:cNvSpPr/>
      </dsp:nvSpPr>
      <dsp:spPr>
        <a:xfrm>
          <a:off x="3304863" y="1914578"/>
          <a:ext cx="572431" cy="234843"/>
        </a:xfrm>
        <a:custGeom>
          <a:avLst/>
          <a:gdLst/>
          <a:ahLst/>
          <a:cxnLst/>
          <a:rect l="0" t="0" r="0" b="0"/>
          <a:pathLst>
            <a:path>
              <a:moveTo>
                <a:pt x="0" y="0"/>
              </a:moveTo>
              <a:lnTo>
                <a:pt x="0" y="117421"/>
              </a:lnTo>
              <a:lnTo>
                <a:pt x="572431" y="117421"/>
              </a:lnTo>
              <a:lnTo>
                <a:pt x="572431" y="234843"/>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AAE826C-E473-4C30-A605-0277693BC5C9}">
      <dsp:nvSpPr>
        <dsp:cNvPr id="0" name=""/>
        <dsp:cNvSpPr/>
      </dsp:nvSpPr>
      <dsp:spPr>
        <a:xfrm>
          <a:off x="3436962" y="2149421"/>
          <a:ext cx="880664" cy="587109"/>
        </a:xfrm>
        <a:prstGeom prst="roundRect">
          <a:avLst>
            <a:gd name="adj" fmla="val 10000"/>
          </a:avLst>
        </a:prstGeom>
        <a:solidFill>
          <a:srgbClr val="00B05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终端形状</a:t>
          </a:r>
          <a:endParaRPr lang="zh-CN" altLang="en-US" sz="1100" kern="1200" dirty="0"/>
        </a:p>
      </dsp:txBody>
      <dsp:txXfrm>
        <a:off x="3454158" y="2166617"/>
        <a:ext cx="846272" cy="552717"/>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6">
  <dgm:title val=""/>
  <dgm:desc val=""/>
  <dgm:catLst>
    <dgm:cat type="hierarchy" pri="3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 modelId="4">
          <dgm:prSet phldr="1"/>
        </dgm:pt>
        <dgm:pt modelId="5">
          <dgm:prSet phldr="1"/>
        </dgm:pt>
        <dgm:pt modelId="6">
          <dgm:prSet phldr="1"/>
        </dgm:pt>
      </dgm:ptLst>
      <dgm:cxnLst>
        <dgm:cxn modelId="7" srcId="0" destId="1" srcOrd="0" destOrd="0"/>
        <dgm:cxn modelId="8" srcId="1" destId="2" srcOrd="0" destOrd="0"/>
        <dgm:cxn modelId="9" srcId="1" destId="3" srcOrd="1" destOrd="0"/>
        <dgm:cxn modelId="23" srcId="2" destId="21" srcOrd="0" destOrd="0"/>
        <dgm:cxn modelId="24" srcId="2" destId="22" srcOrd="1" destOrd="0"/>
        <dgm:cxn modelId="33" srcId="3" destId="31" srcOrd="0" destOrd="0"/>
        <dgm:cxn modelId="10" srcId="0" destId="4" srcOrd="1" destOrd="0"/>
        <dgm:cxn modelId="11" srcId="0" destId="5" srcOrd="2" destOrd="0"/>
        <dgm:cxn modelId="12" srcId="0" destId="6" srcOrd="3" destOrd="0"/>
      </dgm:cxnLst>
      <dgm:bg/>
      <dgm:whole/>
    </dgm:dataModel>
  </dgm:sampData>
  <dgm:styleData>
    <dgm:dataModel>
      <dgm:ptLst>
        <dgm:pt modelId="0" type="doc"/>
        <dgm:pt modelId="1"/>
        <dgm:pt modelId="11"/>
        <dgm:pt modelId="12"/>
        <dgm:pt modelId="2"/>
        <dgm:pt modelId="3"/>
      </dgm:ptLst>
      <dgm:cxnLst>
        <dgm:cxn modelId="4" srcId="0" destId="1" srcOrd="0" destOrd="0"/>
        <dgm:cxn modelId="13" srcId="1" destId="11" srcOrd="0" destOrd="0"/>
        <dgm:cxn modelId="14" srcId="1" destId="12" srcOrd="1" destOrd="0"/>
        <dgm:cxn modelId="5" srcId="0" destId="2" srcOrd="1" destOrd="0"/>
        <dgm:cxn modelId="6" srcId="0" destId="3" srcOrd="2" destOrd="0"/>
      </dgm:cxnLst>
      <dgm:bg/>
      <dgm:whole/>
    </dgm:dataModel>
  </dgm:styleData>
  <dgm:clrData>
    <dgm:dataModel>
      <dgm:ptLst>
        <dgm:pt modelId="0" type="doc"/>
        <dgm:pt modelId="1"/>
        <dgm:pt modelId="2"/>
        <dgm:pt modelId="21"/>
        <dgm:pt modelId="211"/>
        <dgm:pt modelId="3"/>
        <dgm:pt modelId="31"/>
        <dgm:pt modelId="311"/>
        <dgm:pt modelId="4"/>
        <dgm:pt modelId="5"/>
        <dgm:pt modelId="6"/>
        <dgm:pt modelId="7"/>
      </dgm:ptLst>
      <dgm:cxnLst>
        <dgm:cxn modelId="8" srcId="0" destId="1" srcOrd="0" destOrd="0"/>
        <dgm:cxn modelId="9" srcId="1" destId="2" srcOrd="0" destOrd="0"/>
        <dgm:cxn modelId="10" srcId="1" destId="3" srcOrd="1" destOrd="0"/>
        <dgm:cxn modelId="23" srcId="2" destId="21" srcOrd="0" destOrd="0"/>
        <dgm:cxn modelId="24" srcId="21" destId="211" srcOrd="0" destOrd="0"/>
        <dgm:cxn modelId="33" srcId="3" destId="31" srcOrd="0" destOrd="0"/>
        <dgm:cxn modelId="34" srcId="31" destId="311" srcOrd="0" destOrd="0"/>
        <dgm:cxn modelId="11" srcId="0" destId="4" srcOrd="1" destOrd="0"/>
        <dgm:cxn modelId="12" srcId="0" destId="5" srcOrd="2" destOrd="0"/>
        <dgm:cxn modelId="13" srcId="0" destId="6" srcOrd="3" destOrd="0"/>
        <dgm:cxn modelId="14" srcId="0" destId="7" srcOrd="4" destOrd="0"/>
      </dgm:cxnLst>
      <dgm:bg/>
      <dgm:whole/>
    </dgm:dataModel>
  </dgm:clrData>
  <dgm:layoutNode name="mainComposite">
    <dgm:varLst>
      <dgm:chPref val="1"/>
      <dgm:dir/>
      <dgm:animOne val="branch"/>
      <dgm:animLvl val="lvl"/>
      <dgm:resizeHandles val="exact"/>
    </dgm:varLst>
    <dgm:alg type="composite">
      <dgm:param type="vertAlign" val="mid"/>
      <dgm:param type="horzAlign" val="ctr"/>
    </dgm:alg>
    <dgm:shape xmlns:r="http://schemas.openxmlformats.org/officeDocument/2006/relationships" r:blip="">
      <dgm:adjLst/>
    </dgm:shape>
    <dgm:presOf/>
    <dgm:choose name="Name0">
      <dgm:if name="Name1" axis="ch" ptType="node" func="cnt" op="gte" val="2">
        <dgm:choose name="Name2">
          <dgm:if name="Name3" func="var" arg="dir" op="equ" val="norm">
            <dgm:constrLst>
              <dgm:constr type="l" for="ch" forName="hierFlow" refType="w" fact="0.3"/>
              <dgm:constr type="t" for="ch" forName="hierFlow"/>
              <dgm:constr type="r" for="ch" forName="hierFlow" refType="w" fact="0.98"/>
              <dgm:constr type="b" for="ch" forName="hierFlow" refType="h" fact="0.98"/>
              <dgm:constr type="l" for="ch" forName="bgShapesFlow"/>
              <dgm:constr type="t" for="ch" forName="bgShapesFlow"/>
              <dgm:constr type="r" for="ch" forName="bgShapesFlow" refType="w"/>
              <dgm:constr type="b" for="ch" forName="bgShapesFlow" refType="h"/>
              <dgm:constr type="w" for="des" forName="level1Shape" refType="w"/>
              <dgm:constr type="h" for="des" forName="level1Shape" refType="w" refFor="des" refForName="level1Shape" fact="0.66667"/>
              <dgm:constr type="w" for="des" forName="level2Shape" refType="w" refFor="des" refForName="level1Shape" op="equ"/>
              <dgm:constr type="h" for="des" forName="level2Shape" refType="h" refFor="des" refForName="level1Shape" op="equ"/>
              <dgm:constr type="sp" for="des" refType="h" refFor="des" refForName="level1Shape" op="equ" fact="0.4"/>
              <dgm:constr type="sibSp" for="des" forName="hierChild1" refType="w" refFor="des" refForName="level1Shape" op="equ" fact="0.3"/>
              <dgm:constr type="sibSp" for="des" forName="hierChild2" refType="sibSp" refFor="des" refForName="hierChild1" op="equ"/>
              <dgm:constr type="sibSp" for="des" forName="hierChild3" refType="sibSp" refFor="des" refForName="hierChild1" op="equ"/>
              <dgm:constr type="userA" for="des" refType="h" refFor="des" refForName="level1Shape" op="equ"/>
              <dgm:constr type="userB" for="des" refType="sp" refFor="des" op="equ"/>
              <dgm:constr type="h" for="des" forName="firstBuf" refType="h" refFor="des" refForName="level1Shape" fact="0.1"/>
            </dgm:constrLst>
          </dgm:if>
          <dgm:else name="Name4">
            <dgm:constrLst>
              <dgm:constr type="l" for="ch" forName="hierFlow" refType="w" fact="0.02"/>
              <dgm:constr type="t" for="ch" forName="hierFlow"/>
              <dgm:constr type="r" for="ch" forName="hierFlow" refType="w" fact="0.7"/>
              <dgm:constr type="b" for="ch" forName="hierFlow" refType="h" fact="0.98"/>
              <dgm:constr type="l" for="ch" forName="bgShapesFlow"/>
              <dgm:constr type="t" for="ch" forName="bgShapesFlow"/>
              <dgm:constr type="r" for="ch" forName="bgShapesFlow" refType="w"/>
              <dgm:constr type="b" for="ch" forName="bgShapesFlow" refType="h"/>
              <dgm:constr type="w" for="des" forName="level1Shape" refType="w"/>
              <dgm:constr type="h" for="des" forName="level1Shape" refType="w" refFor="des" refForName="level1Shape" fact="0.66667"/>
              <dgm:constr type="w" for="des" forName="level2Shape" refType="w" refFor="des" refForName="level1Shape" op="equ"/>
              <dgm:constr type="h" for="des" forName="level2Shape" refType="h" refFor="des" refForName="level1Shape" op="equ"/>
              <dgm:constr type="sp" for="des" refType="h" refFor="des" refForName="level1Shape" op="equ" fact="0.4"/>
              <dgm:constr type="sibSp" for="des" forName="hierChild1" refType="w" refFor="des" refForName="level1Shape" op="equ" fact="0.3"/>
              <dgm:constr type="sibSp" for="des" forName="hierChild2" refType="sibSp" refFor="des" refForName="hierChild1" op="equ"/>
              <dgm:constr type="sibSp" for="des" forName="hierChild3" refType="sibSp" refFor="des" refForName="hierChild1" op="equ"/>
              <dgm:constr type="userA" for="des" refType="h" refFor="des" refForName="level1Shape" op="equ"/>
              <dgm:constr type="userB" for="des" refType="sp" refFor="des" op="equ"/>
              <dgm:constr type="h" for="des" forName="firstBuf" refType="h" refFor="des" refForName="level1Shape" fact="0.1"/>
            </dgm:constrLst>
          </dgm:else>
        </dgm:choose>
      </dgm:if>
      <dgm:else name="Name5">
        <dgm:constrLst>
          <dgm:constr type="l" for="ch" forName="hierFlow"/>
          <dgm:constr type="t" for="ch" forName="hierFlow"/>
          <dgm:constr type="r" for="ch" forName="hierFlow" refType="w"/>
          <dgm:constr type="b" for="ch" forName="hierFlow" refType="h"/>
          <dgm:constr type="l" for="ch" forName="bgShapesFlow"/>
          <dgm:constr type="t" for="ch" forName="bgShapesFlow"/>
          <dgm:constr type="r" for="ch" forName="bgShapesFlow" refType="w"/>
          <dgm:constr type="b" for="ch" forName="bgShapesFlow" refType="h"/>
          <dgm:constr type="w" for="des" forName="level1Shape" refType="w"/>
          <dgm:constr type="h" for="des" forName="level1Shape" refType="w" refFor="des" refForName="level1Shape" fact="0.66667"/>
          <dgm:constr type="w" for="des" forName="level2Shape" refType="w" refFor="des" refForName="level1Shape" op="equ"/>
          <dgm:constr type="h" for="des" forName="level2Shape" refType="h" refFor="des" refForName="level1Shape" op="equ"/>
          <dgm:constr type="sp" for="des" refType="h" refFor="des" refForName="level1Shape" op="equ" fact="0.4"/>
          <dgm:constr type="sibSp" for="des" forName="hierChild1" refType="w" refFor="des" refForName="level1Shape" op="equ" fact="0.3"/>
          <dgm:constr type="sibSp" for="des" forName="hierChild2" refType="sibSp" refFor="des" refForName="hierChild1" op="equ"/>
          <dgm:constr type="sibSp" for="des" forName="hierChild3" refType="sibSp" refFor="des" refForName="hierChild1" op="equ"/>
          <dgm:constr type="userA" for="des" refType="h" refFor="des" refForName="level1Shape" op="equ"/>
          <dgm:constr type="userB" for="des" refType="sp" refFor="des" op="equ"/>
          <dgm:constr type="h" for="des" forName="firstBuf" refType="h" refFor="des" refForName="level1Shape" fact="0.1"/>
        </dgm:constrLst>
      </dgm:else>
    </dgm:choose>
    <dgm:ruleLst/>
    <dgm:layoutNode name="hierFlow">
      <dgm:alg type="lin">
        <dgm:param type="linDir" val="fromT"/>
        <dgm:param type="nodeVertAlign" val="t"/>
        <dgm:param type="vertAlign" val="t"/>
        <dgm:param type="nodeHorzAlign" val="ctr"/>
        <dgm:param type="fallback" val="2D"/>
      </dgm:alg>
      <dgm:shape xmlns:r="http://schemas.openxmlformats.org/officeDocument/2006/relationships" r:blip="">
        <dgm:adjLst/>
      </dgm:shape>
      <dgm:presOf/>
      <dgm:constrLst/>
      <dgm:ruleLst/>
      <dgm:choose name="Name6">
        <dgm:if name="Name7" axis="ch" ptType="node" func="cnt" op="gte" val="2">
          <dgm:layoutNode name="firstBuf">
            <dgm:alg type="sp"/>
            <dgm:shape xmlns:r="http://schemas.openxmlformats.org/officeDocument/2006/relationships" r:blip="">
              <dgm:adjLst/>
            </dgm:shape>
            <dgm:presOf/>
            <dgm:constrLst/>
            <dgm:ruleLst/>
          </dgm:layoutNode>
        </dgm:if>
        <dgm:else name="Name8"/>
      </dgm:choose>
      <dgm:layoutNode name="hierChild1">
        <dgm:varLst>
          <dgm:chPref val="1"/>
          <dgm:animOne val="branch"/>
          <dgm:animLvl val="lvl"/>
        </dgm:varLst>
        <dgm:choose name="Name9">
          <dgm:if name="Name10" func="var" arg="dir" op="equ" val="norm">
            <dgm:alg type="hierChild">
              <dgm:param type="linDir" val="fromL"/>
              <dgm:param type="vertAlign" val="t"/>
            </dgm:alg>
          </dgm:if>
          <dgm:else name="Name11">
            <dgm:alg type="hierChild">
              <dgm:param type="linDir" val="fromR"/>
              <dgm:param type="vertAlign" val="t"/>
            </dgm:alg>
          </dgm:else>
        </dgm:choose>
        <dgm:shape xmlns:r="http://schemas.openxmlformats.org/officeDocument/2006/relationships" r:blip="">
          <dgm:adjLst/>
        </dgm:shape>
        <dgm:presOf/>
        <dgm:constrLst>
          <dgm:constr type="primFontSz" for="des" ptType="node" op="equ"/>
        </dgm:constrLst>
        <dgm:ruleLst/>
        <dgm:forEach name="Name12" axis="ch" cnt="3">
          <dgm:forEach name="Name13" axis="self" ptType="node">
            <dgm:layoutNode name="Name14">
              <dgm:alg type="hierRoot"/>
              <dgm:shape xmlns:r="http://schemas.openxmlformats.org/officeDocument/2006/relationships" r:blip="">
                <dgm:adjLst/>
              </dgm:shape>
              <dgm:presOf/>
              <dgm:constrLst/>
              <dgm:ruleLst/>
              <dgm:layoutNode name="level1Shape" styleLbl="node0">
                <dgm:varLst>
                  <dgm:chPref val="3"/>
                </dgm:varLst>
                <dgm:alg type="tx"/>
                <dgm:shape xmlns:r="http://schemas.openxmlformats.org/officeDocument/2006/relationships" type="roundRect" r:blip="">
                  <dgm:adjLst>
                    <dgm:adj idx="1" val="0.1"/>
                  </dgm:adjLst>
                </dgm:shape>
                <dgm:presOf axis="self"/>
                <dgm:constrLst>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hierChild2">
                <dgm:choose name="Name15">
                  <dgm:if name="Name16" func="var" arg="dir" op="equ" val="norm">
                    <dgm:alg type="hierChild">
                      <dgm:param type="linDir" val="fromL"/>
                    </dgm:alg>
                  </dgm:if>
                  <dgm:else name="Name17">
                    <dgm:alg type="hierChild">
                      <dgm:param type="linDir" val="fromR"/>
                    </dgm:alg>
                  </dgm:else>
                </dgm:choose>
                <dgm:shape xmlns:r="http://schemas.openxmlformats.org/officeDocument/2006/relationships" r:blip="">
                  <dgm:adjLst/>
                </dgm:shape>
                <dgm:presOf/>
                <dgm:constrLst/>
                <dgm:ruleLst/>
                <dgm:forEach name="repeat" axis="ch">
                  <dgm:forEach name="Name18" axis="self" ptType="parTrans" cnt="1">
                    <dgm:layoutNode name="Name19">
                      <dgm:alg type="conn">
                        <dgm:param type="dim" val="1D"/>
                        <dgm:param type="endSty" val="noArr"/>
                        <dgm:param type="connRout" val="bend"/>
                        <dgm:param type="begPts" val="bCtr"/>
                        <dgm:param type="endPts" val="tCtr"/>
                      </dgm:alg>
                      <dgm:shape xmlns:r="http://schemas.openxmlformats.org/officeDocument/2006/relationships" type="conn" r:blip="">
                        <dgm:adjLst/>
                      </dgm:shape>
                      <dgm:presOf axis="self"/>
                      <dgm:constrLst>
                        <dgm:constr type="w" val="1"/>
                        <dgm:constr type="h" val="1"/>
                        <dgm:constr type="begPad"/>
                        <dgm:constr type="endPad"/>
                      </dgm:constrLst>
                      <dgm:ruleLst/>
                    </dgm:layoutNode>
                  </dgm:forEach>
                  <dgm:forEach name="Name20" axis="self" ptType="node">
                    <dgm:layoutNode name="Name21">
                      <dgm:alg type="hierRoot"/>
                      <dgm:shape xmlns:r="http://schemas.openxmlformats.org/officeDocument/2006/relationships" r:blip="">
                        <dgm:adjLst/>
                      </dgm:shape>
                      <dgm:presOf/>
                      <dgm:constrLst/>
                      <dgm:ruleLst/>
                      <dgm:layoutNode name="level2Shape">
                        <dgm:alg type="tx"/>
                        <dgm:shape xmlns:r="http://schemas.openxmlformats.org/officeDocument/2006/relationships" type="roundRect" r:blip="">
                          <dgm:adjLst>
                            <dgm:adj idx="1" val="0.1"/>
                          </dgm:adjLst>
                        </dgm:shape>
                        <dgm:presOf axis="self"/>
                        <dgm:constrLst>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hierChild3">
                        <dgm:choose name="Name22">
                          <dgm:if name="Name23" func="var" arg="dir" op="equ" val="norm">
                            <dgm:alg type="hierChild">
                              <dgm:param type="linDir" val="fromL"/>
                            </dgm:alg>
                          </dgm:if>
                          <dgm:else name="Name24">
                            <dgm:alg type="hierChild">
                              <dgm:param type="linDir" val="fromR"/>
                            </dgm:alg>
                          </dgm:else>
                        </dgm:choose>
                        <dgm:shape xmlns:r="http://schemas.openxmlformats.org/officeDocument/2006/relationships" r:blip="">
                          <dgm:adjLst/>
                        </dgm:shape>
                        <dgm:presOf/>
                        <dgm:constrLst/>
                        <dgm:ruleLst/>
                        <dgm:forEach name="Name25" ref="repeat"/>
                      </dgm:layoutNode>
                    </dgm:layoutNode>
                  </dgm:forEach>
                </dgm:forEach>
              </dgm:layoutNode>
            </dgm:layoutNode>
          </dgm:forEach>
        </dgm:forEach>
      </dgm:layoutNode>
    </dgm:layoutNode>
    <dgm:layoutNode name="bgShapesFlow">
      <dgm:alg type="lin">
        <dgm:param type="linDir" val="fromT"/>
        <dgm:param type="nodeVertAlign" val="t"/>
        <dgm:param type="vertAlign" val="t"/>
        <dgm:param type="nodeHorzAlign" val="ctr"/>
      </dgm:alg>
      <dgm:shape xmlns:r="http://schemas.openxmlformats.org/officeDocument/2006/relationships" r:blip="">
        <dgm:adjLst/>
      </dgm:shape>
      <dgm:presOf/>
      <dgm:constrLst>
        <dgm:constr type="userB"/>
        <dgm:constr type="w" for="ch" forName="rectComp" refType="w"/>
        <dgm:constr type="h" for="ch" forName="rectComp" refType="h"/>
        <dgm:constr type="w" for="des" forName="bgRect" refType="w"/>
        <dgm:constr type="primFontSz" for="des" forName="bgRectTx" op="equ"/>
      </dgm:constrLst>
      <dgm:ruleLst/>
      <dgm:forEach name="Name26" axis="ch" ptType="node" st="2">
        <dgm:layoutNode name="rectComp">
          <dgm:alg type="composite">
            <dgm:param type="vertAlign" val="t"/>
            <dgm:param type="horzAlign" val="ctr"/>
          </dgm:alg>
          <dgm:shape xmlns:r="http://schemas.openxmlformats.org/officeDocument/2006/relationships" r:blip="">
            <dgm:adjLst/>
          </dgm:shape>
          <dgm:presOf/>
          <dgm:choose name="Name27">
            <dgm:if name="Name28" func="var" arg="dir" op="equ" val="norm">
              <dgm:constrLst>
                <dgm:constr type="userA"/>
                <dgm:constr type="l" for="ch" forName="bgRect"/>
                <dgm:constr type="t" for="ch" forName="bgRect"/>
                <dgm:constr type="h" for="ch" forName="bgRect" refType="userA" fact="1.2"/>
                <dgm:constr type="l" for="ch" forName="bgRectTx"/>
                <dgm:constr type="t" for="ch" forName="bgRectTx"/>
                <dgm:constr type="w" for="ch" forName="bgRectTx" refType="w" refFor="ch" refForName="bgRect" fact="0.3"/>
                <dgm:constr type="h" for="ch" forName="bgRectTx" refType="h" refFor="ch" refForName="bgRect" op="equ"/>
              </dgm:constrLst>
            </dgm:if>
            <dgm:else name="Name29">
              <dgm:constrLst>
                <dgm:constr type="userA"/>
                <dgm:constr type="l" for="ch" forName="bgRect"/>
                <dgm:constr type="t" for="ch" forName="bgRect"/>
                <dgm:constr type="h" for="ch" forName="bgRect" refType="userA" fact="1.2"/>
                <dgm:constr type="r" for="ch" forName="bgRectTx" refType="w"/>
                <dgm:constr type="t" for="ch" forName="bgRectTx"/>
                <dgm:constr type="w" for="ch" forName="bgRectTx" refType="w" refFor="ch" refForName="bgRect" fact="0.3"/>
                <dgm:constr type="h" for="ch" forName="bgRectTx" refType="h" refFor="ch" refForName="bgRect" op="equ"/>
              </dgm:constrLst>
            </dgm:else>
          </dgm:choose>
          <dgm:ruleLst/>
          <dgm:layoutNode name="bgRect" styleLbl="bgShp">
            <dgm:alg type="sp"/>
            <dgm:shape xmlns:r="http://schemas.openxmlformats.org/officeDocument/2006/relationships" type="roundRect" r:blip="" zOrderOff="-999">
              <dgm:adjLst>
                <dgm:adj idx="1" val="0.1"/>
              </dgm:adjLst>
            </dgm:shape>
            <dgm:presOf axis="desOrSelf" ptType="node"/>
            <dgm:constrLst/>
            <dgm:ruleLst/>
          </dgm:layoutNode>
          <dgm:layoutNode name="bgRectTx" styleLbl="bgShp">
            <dgm:varLst>
              <dgm:bulletEnabled val="1"/>
            </dgm:varLst>
            <dgm:alg type="tx"/>
            <dgm:presOf axis="desOrSelf" ptType="node"/>
            <dgm:shape xmlns:r="http://schemas.openxmlformats.org/officeDocument/2006/relationships" type="rect" r:blip="" zOrderOff="-999" hideGeom="1">
              <dgm:adjLst/>
            </dgm:shape>
            <dgm:constrLst>
              <dgm:constr type="primFontSz" val="65"/>
            </dgm:constrLst>
            <dgm:ruleLst>
              <dgm:rule type="primFontSz" val="5" fact="NaN" max="NaN"/>
            </dgm:ruleLst>
          </dgm:layoutNode>
        </dgm:layoutNode>
        <dgm:choose name="Name30">
          <dgm:if name="Name31" axis="self" ptType="node" func="revPos" op="gte" val="2">
            <dgm:layoutNode name="spComp">
              <dgm:alg type="composite">
                <dgm:param type="vertAlign" val="t"/>
                <dgm:param type="horzAlign" val="ctr"/>
              </dgm:alg>
              <dgm:shape xmlns:r="http://schemas.openxmlformats.org/officeDocument/2006/relationships" r:blip="">
                <dgm:adjLst/>
              </dgm:shape>
              <dgm:presOf/>
              <dgm:constrLst>
                <dgm:constr type="userA"/>
                <dgm:constr type="userB"/>
                <dgm:constr type="l" for="ch" forName="vSp"/>
                <dgm:constr type="t" for="ch" forName="vSp"/>
                <dgm:constr type="h" for="ch" forName="vSp" refType="userB"/>
                <dgm:constr type="hOff" for="ch" forName="vSp" refType="userA" fact="-0.2"/>
              </dgm:constrLst>
              <dgm:ruleLst/>
              <dgm:layoutNode name="vSp">
                <dgm:alg type="sp"/>
                <dgm:shape xmlns:r="http://schemas.openxmlformats.org/officeDocument/2006/relationships" r:blip="">
                  <dgm:adjLst/>
                </dgm:shape>
                <dgm:presOf/>
                <dgm:constrLst/>
                <dgm:ruleLst/>
              </dgm:layoutNode>
            </dgm:layoutNode>
          </dgm:if>
          <dgm:else name="Name32"/>
        </dgm:choose>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_rels/vmlDrawing1.v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image" Target="../media/image10.wmf"/><Relationship Id="rId1" Type="http://schemas.openxmlformats.org/officeDocument/2006/relationships/image" Target="../media/image9.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latinLnBrk="0">
              <a:defRPr lang="zh-CN" sz="1200"/>
            </a:lvl1pPr>
          </a:lstStyle>
          <a:p>
            <a:endParaRPr lang="zh-CN"/>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latinLnBrk="0">
              <a:defRPr lang="zh-CN" sz="1200"/>
            </a:lvl1pPr>
          </a:lstStyle>
          <a:p>
            <a:fld id="{EC13577B-6902-467D-A26C-08A0DD5E4E03}" type="datetimeFigureOut">
              <a:t>2014/5/12</a:t>
            </a:fld>
            <a:endParaRPr lang="zh-CN"/>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zh-CN"/>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t>单击此处编辑母版文本样式</a:t>
            </a:r>
          </a:p>
          <a:p>
            <a:pPr lvl="1"/>
            <a:r>
              <a:rPr lang="zh-CN"/>
              <a:t>第二级</a:t>
            </a:r>
          </a:p>
          <a:p>
            <a:pPr lvl="2"/>
            <a:r>
              <a:rPr lang="zh-CN"/>
              <a:t>第三级</a:t>
            </a:r>
          </a:p>
          <a:p>
            <a:pPr lvl="3"/>
            <a:r>
              <a:rPr lang="zh-CN"/>
              <a:t>第四级</a:t>
            </a:r>
          </a:p>
          <a:p>
            <a:pPr lvl="4"/>
            <a:r>
              <a:rPr lang="zh-CN"/>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latinLnBrk="0">
              <a:defRPr lang="zh-CN" sz="1200"/>
            </a:lvl1pPr>
          </a:lstStyle>
          <a:p>
            <a:endParaRPr lang="zh-CN"/>
          </a:p>
        </p:txBody>
      </p:sp>
      <p:sp>
        <p:nvSpPr>
          <p:cNvPr id="7" name="幻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latinLnBrk="0">
              <a:defRPr lang="zh-CN" sz="1200"/>
            </a:lvl1pPr>
          </a:lstStyle>
          <a:p>
            <a:fld id="{DF61EA0F-A667-4B49-8422-0062BC55E249}" type="slidenum">
              <a:t>‹#›</a:t>
            </a:fld>
            <a:endParaRPr lang="zh-CN"/>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notesStyle>
    <a:lvl1pPr marL="0" algn="l" defTabSz="914400" rtl="0" eaLnBrk="1" latinLnBrk="0" hangingPunct="1">
      <a:defRPr lang="zh-CN" sz="1200" kern="1200">
        <a:solidFill>
          <a:schemeClr val="tx1"/>
        </a:solidFill>
        <a:latin typeface="+mn-lt"/>
        <a:ea typeface="+mn-ea"/>
        <a:cs typeface="+mn-cs"/>
      </a:defRPr>
    </a:lvl1pPr>
    <a:lvl2pPr marL="457200" algn="l" defTabSz="914400" rtl="0" eaLnBrk="1" latinLnBrk="0" hangingPunct="1">
      <a:defRPr lang="zh-CN" sz="1200" kern="1200">
        <a:solidFill>
          <a:schemeClr val="tx1"/>
        </a:solidFill>
        <a:latin typeface="+mn-lt"/>
        <a:ea typeface="+mn-ea"/>
        <a:cs typeface="+mn-cs"/>
      </a:defRPr>
    </a:lvl2pPr>
    <a:lvl3pPr marL="914400" algn="l" defTabSz="914400" rtl="0" eaLnBrk="1" latinLnBrk="0" hangingPunct="1">
      <a:defRPr lang="zh-CN" sz="1200" kern="1200">
        <a:solidFill>
          <a:schemeClr val="tx1"/>
        </a:solidFill>
        <a:latin typeface="+mn-lt"/>
        <a:ea typeface="+mn-ea"/>
        <a:cs typeface="+mn-cs"/>
      </a:defRPr>
    </a:lvl3pPr>
    <a:lvl4pPr marL="1371600" algn="l" defTabSz="914400" rtl="0" eaLnBrk="1" latinLnBrk="0" hangingPunct="1">
      <a:defRPr lang="zh-CN" sz="1200" kern="1200">
        <a:solidFill>
          <a:schemeClr val="tx1"/>
        </a:solidFill>
        <a:latin typeface="+mn-lt"/>
        <a:ea typeface="+mn-ea"/>
        <a:cs typeface="+mn-cs"/>
      </a:defRPr>
    </a:lvl4pPr>
    <a:lvl5pPr marL="1828800" algn="l" defTabSz="914400" rtl="0" eaLnBrk="1" latinLnBrk="0" hangingPunct="1">
      <a:defRPr lang="zh-CN" sz="1200" kern="1200">
        <a:solidFill>
          <a:schemeClr val="tx1"/>
        </a:solidFill>
        <a:latin typeface="+mn-lt"/>
        <a:ea typeface="+mn-ea"/>
        <a:cs typeface="+mn-cs"/>
      </a:defRPr>
    </a:lvl5pPr>
    <a:lvl6pPr marL="2286000" algn="l" defTabSz="914400" rtl="0" eaLnBrk="1" latinLnBrk="0" hangingPunct="1">
      <a:defRPr lang="zh-CN" sz="1200" kern="1200">
        <a:solidFill>
          <a:schemeClr val="tx1"/>
        </a:solidFill>
        <a:latin typeface="+mn-lt"/>
        <a:ea typeface="+mn-ea"/>
        <a:cs typeface="+mn-cs"/>
      </a:defRPr>
    </a:lvl6pPr>
    <a:lvl7pPr marL="2743200" algn="l" defTabSz="914400" rtl="0" eaLnBrk="1" latinLnBrk="0" hangingPunct="1">
      <a:defRPr lang="zh-CN" sz="1200" kern="1200">
        <a:solidFill>
          <a:schemeClr val="tx1"/>
        </a:solidFill>
        <a:latin typeface="+mn-lt"/>
        <a:ea typeface="+mn-ea"/>
        <a:cs typeface="+mn-cs"/>
      </a:defRPr>
    </a:lvl7pPr>
    <a:lvl8pPr marL="3200400" algn="l" defTabSz="914400" rtl="0" eaLnBrk="1" latinLnBrk="0" hangingPunct="1">
      <a:defRPr lang="zh-CN" sz="1200" kern="1200">
        <a:solidFill>
          <a:schemeClr val="tx1"/>
        </a:solidFill>
        <a:latin typeface="+mn-lt"/>
        <a:ea typeface="+mn-ea"/>
        <a:cs typeface="+mn-cs"/>
      </a:defRPr>
    </a:lvl8pPr>
    <a:lvl9pPr marL="3657600" algn="l" defTabSz="914400" rtl="0" eaLnBrk="1" latinLnBrk="0" hangingPunct="1">
      <a:defRPr lang="zh-CN"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371600" y="1143000"/>
            <a:ext cx="4114800" cy="3086100"/>
          </a:xfrm>
        </p:spPr>
      </p:sp>
      <p:sp>
        <p:nvSpPr>
          <p:cNvPr id="3" name="备注占位符 2"/>
          <p:cNvSpPr>
            <a:spLocks noGrp="1"/>
          </p:cNvSpPr>
          <p:nvPr>
            <p:ph type="body" idx="1"/>
          </p:nvPr>
        </p:nvSpPr>
        <p:spPr/>
        <p:txBody>
          <a:bodyPr/>
          <a:lstStyle/>
          <a:p>
            <a:r>
              <a:rPr lang="zh-CN" altLang="en-US" dirty="0" smtClean="0"/>
              <a:t>各位评审老师、各位同学，大家上午好！我叫徐翔，来自地理信息系统专业。我的毕业设计的题目是基于形状语义和增强学习的建筑立面点云解译与重建的方法，在此感谢张立强教授的指导。</a:t>
            </a:r>
            <a:endParaRPr lang="zh-CN" dirty="0"/>
          </a:p>
        </p:txBody>
      </p:sp>
      <p:sp>
        <p:nvSpPr>
          <p:cNvPr id="4" name="幻灯片编号占位符 3"/>
          <p:cNvSpPr>
            <a:spLocks noGrp="1"/>
          </p:cNvSpPr>
          <p:nvPr>
            <p:ph type="sldNum" sz="quarter" idx="10"/>
          </p:nvPr>
        </p:nvSpPr>
        <p:spPr/>
        <p:txBody>
          <a:bodyPr/>
          <a:lstStyle/>
          <a:p>
            <a:fld id="{DF61EA0F-A667-4B49-8422-0062BC55E249}" type="slidenum">
              <a:rPr lang="zh-CN" smtClean="0"/>
              <a:t>1</a:t>
            </a:fld>
            <a:endParaRPr lang="zh-CN"/>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因此，如何从建筑立面的激光雷达点云中自动化恢复其结构具有十分重要的意义。</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2</a:t>
            </a:fld>
            <a:endParaRPr lang="zh-CN" altLang="en-US"/>
          </a:p>
        </p:txBody>
      </p:sp>
    </p:spTree>
    <p:extLst>
      <p:ext uri="{BB962C8B-B14F-4D97-AF65-F5344CB8AC3E}">
        <p14:creationId xmlns:p14="http://schemas.microsoft.com/office/powerpoint/2010/main" val="10437727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目前建筑立面建模的方法主要有两大类。</a:t>
            </a:r>
            <a:endParaRPr lang="en-US" altLang="zh-CN" dirty="0" smtClean="0"/>
          </a:p>
        </p:txBody>
      </p:sp>
      <p:sp>
        <p:nvSpPr>
          <p:cNvPr id="4" name="灯片编号占位符 3"/>
          <p:cNvSpPr>
            <a:spLocks noGrp="1"/>
          </p:cNvSpPr>
          <p:nvPr>
            <p:ph type="sldNum" sz="quarter" idx="10"/>
          </p:nvPr>
        </p:nvSpPr>
        <p:spPr/>
        <p:txBody>
          <a:bodyPr/>
          <a:lstStyle/>
          <a:p>
            <a:fld id="{DF61EA0F-A667-4B49-8422-0062BC55E249}" type="slidenum">
              <a:rPr lang="en-US" altLang="zh-CN" smtClean="0"/>
              <a:t>3</a:t>
            </a:fld>
            <a:endParaRPr lang="zh-CN" altLang="en-US"/>
          </a:p>
        </p:txBody>
      </p:sp>
    </p:spTree>
    <p:extLst>
      <p:ext uri="{BB962C8B-B14F-4D97-AF65-F5344CB8AC3E}">
        <p14:creationId xmlns:p14="http://schemas.microsoft.com/office/powerpoint/2010/main" val="38996746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本研究结合数据驱动和模型驱动的方法来对建筑立面进行重建。</a:t>
            </a:r>
            <a:endParaRPr lang="en-US" altLang="zh-CN" dirty="0" smtClean="0"/>
          </a:p>
          <a:p>
            <a:r>
              <a:rPr lang="zh-CN" altLang="en-US" dirty="0" smtClean="0"/>
              <a:t>首先对原始的点云数据进行预处理；</a:t>
            </a:r>
            <a:endParaRPr lang="en-US" altLang="zh-CN" dirty="0" smtClean="0"/>
          </a:p>
          <a:p>
            <a:r>
              <a:rPr lang="zh-CN" altLang="en-US" dirty="0" smtClean="0"/>
              <a:t>接着对点云进行基于数据驱动的预分类，分类的结果作为模型解译的基础；</a:t>
            </a:r>
            <a:endParaRPr lang="en-US" altLang="zh-CN" dirty="0" smtClean="0"/>
          </a:p>
          <a:p>
            <a:r>
              <a:rPr lang="zh-CN" altLang="en-US" dirty="0" smtClean="0"/>
              <a:t>在模型解译中，根据建筑立面的形状语义，采用增强学习算法求解建筑立面的最优解译；</a:t>
            </a:r>
            <a:endParaRPr lang="en-US" altLang="zh-CN" dirty="0" smtClean="0"/>
          </a:p>
          <a:p>
            <a:r>
              <a:rPr lang="zh-CN" altLang="en-US" dirty="0" smtClean="0"/>
              <a:t>最后根据得到的解译构造立面平面，在原始点云中提取立面结构的深度，最终得到建筑立面的三维模型。</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4</a:t>
            </a:fld>
            <a:endParaRPr lang="zh-CN" altLang="en-US"/>
          </a:p>
        </p:txBody>
      </p:sp>
    </p:spTree>
    <p:extLst>
      <p:ext uri="{BB962C8B-B14F-4D97-AF65-F5344CB8AC3E}">
        <p14:creationId xmlns:p14="http://schemas.microsoft.com/office/powerpoint/2010/main" val="1034863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首先我们来看如何对建筑立面的结构进行建模。</a:t>
            </a:r>
            <a:endParaRPr lang="en-US" altLang="zh-CN" dirty="0" smtClean="0"/>
          </a:p>
          <a:p>
            <a:r>
              <a:rPr lang="zh-CN" altLang="en-US" dirty="0" smtClean="0"/>
              <a:t>二分形状语义首先由法国的学者首先提出，用于对高度对称的建筑立面图片的解译。本文将应用二分形状语义对建筑立面点云进行解译，并且拓展该二分形状使其能够对不对称的建筑进行建模。</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5</a:t>
            </a:fld>
            <a:endParaRPr lang="zh-CN" altLang="en-US"/>
          </a:p>
        </p:txBody>
      </p:sp>
    </p:spTree>
    <p:extLst>
      <p:ext uri="{BB962C8B-B14F-4D97-AF65-F5344CB8AC3E}">
        <p14:creationId xmlns:p14="http://schemas.microsoft.com/office/powerpoint/2010/main" val="3099328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二分形状语义的核心概念是基本形状，基本形状是一个带标签的矩形，其中的（</a:t>
            </a:r>
            <a:r>
              <a:rPr lang="en-US" altLang="zh-CN" dirty="0" smtClean="0"/>
              <a:t>x</a:t>
            </a:r>
            <a:r>
              <a:rPr lang="zh-CN" altLang="en-US" dirty="0" smtClean="0"/>
              <a:t>，</a:t>
            </a:r>
            <a:r>
              <a:rPr lang="en-US" altLang="zh-CN" dirty="0" smtClean="0"/>
              <a:t>y</a:t>
            </a:r>
            <a:r>
              <a:rPr lang="zh-CN" altLang="en-US" dirty="0" smtClean="0"/>
              <a:t>，</a:t>
            </a:r>
            <a:r>
              <a:rPr lang="en-US" altLang="zh-CN" dirty="0" smtClean="0"/>
              <a:t>w</a:t>
            </a:r>
            <a:r>
              <a:rPr lang="zh-CN" altLang="en-US" dirty="0" smtClean="0"/>
              <a:t>，</a:t>
            </a:r>
            <a:r>
              <a:rPr lang="en-US" altLang="zh-CN" dirty="0" smtClean="0"/>
              <a:t>h</a:t>
            </a:r>
            <a:r>
              <a:rPr lang="zh-CN" altLang="en-US" dirty="0" smtClean="0"/>
              <a:t>）表示矩形的位置和长宽。</a:t>
            </a:r>
            <a:r>
              <a:rPr lang="en-US" altLang="zh-CN" dirty="0" smtClean="0"/>
              <a:t>Label</a:t>
            </a:r>
            <a:r>
              <a:rPr lang="zh-CN" altLang="en-US" dirty="0" smtClean="0"/>
              <a:t>表示矩形的标签，在建筑立面中，</a:t>
            </a:r>
            <a:r>
              <a:rPr lang="en-US" altLang="zh-CN" dirty="0" smtClean="0"/>
              <a:t>label</a:t>
            </a:r>
            <a:r>
              <a:rPr lang="zh-CN" altLang="en-US" dirty="0" smtClean="0"/>
              <a:t>可以是门、窗、阳台等。</a:t>
            </a:r>
            <a:endParaRPr lang="en-US" altLang="zh-CN" dirty="0" smtClean="0"/>
          </a:p>
          <a:p>
            <a:r>
              <a:rPr lang="zh-CN" altLang="en-US" dirty="0" smtClean="0"/>
              <a:t>语义规则定义了可以对基本形状进行的操作。二分形状的语义规则定义：</a:t>
            </a:r>
            <a:endParaRPr lang="en-US" altLang="zh-CN" dirty="0" smtClean="0"/>
          </a:p>
          <a:p>
            <a:r>
              <a:rPr lang="zh-CN" altLang="en-US" dirty="0" smtClean="0"/>
              <a:t>这个示意图表示了从初始形状开始，不断应用规则进行剖分的过程。可以看出，剖分的过程可以用一个二叉树表示，称之为剖分树。剖分树的叶子节点全部为终端节点，它们构成了对初始形状的最终解译。</a:t>
            </a:r>
            <a:endParaRPr lang="en-US" altLang="zh-CN" dirty="0" smtClean="0"/>
          </a:p>
          <a:p>
            <a:r>
              <a:rPr lang="zh-CN" altLang="en-US" dirty="0" smtClean="0"/>
              <a:t>那么对于一个给定的建筑立面点云，我们如何得到可以描述它的最佳剖分树呢？</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6</a:t>
            </a:fld>
            <a:endParaRPr lang="zh-CN" altLang="en-US"/>
          </a:p>
        </p:txBody>
      </p:sp>
    </p:spTree>
    <p:extLst>
      <p:ext uri="{BB962C8B-B14F-4D97-AF65-F5344CB8AC3E}">
        <p14:creationId xmlns:p14="http://schemas.microsoft.com/office/powerpoint/2010/main" val="31644095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现在举一个例子来说明如何用二分形状语义表示一个只包含窗户和墙面的简单建筑立面。</a:t>
            </a:r>
            <a:endParaRPr lang="en-US" altLang="zh-CN" dirty="0" smtClean="0"/>
          </a:p>
          <a:p>
            <a:r>
              <a:rPr lang="zh-CN" altLang="en-US" dirty="0" smtClean="0"/>
              <a:t>初始形状是立面本身；终端形状是</a:t>
            </a:r>
            <a:r>
              <a:rPr lang="en-US" altLang="zh-CN" dirty="0" smtClean="0"/>
              <a:t>window</a:t>
            </a:r>
            <a:r>
              <a:rPr lang="zh-CN" altLang="en-US" dirty="0" smtClean="0"/>
              <a:t>和</a:t>
            </a:r>
            <a:r>
              <a:rPr lang="en-US" altLang="zh-CN" dirty="0" smtClean="0"/>
              <a:t>wall</a:t>
            </a:r>
            <a:r>
              <a:rPr lang="zh-CN" altLang="en-US" dirty="0" smtClean="0"/>
              <a:t>，</a:t>
            </a:r>
            <a:endParaRPr lang="en-US" altLang="zh-CN" dirty="0" smtClean="0"/>
          </a:p>
          <a:p>
            <a:r>
              <a:rPr lang="zh-CN" altLang="en-US" dirty="0" smtClean="0"/>
              <a:t>非终端形状有</a:t>
            </a:r>
            <a:r>
              <a:rPr lang="en-US" altLang="zh-CN" dirty="0" smtClean="0"/>
              <a:t>4</a:t>
            </a:r>
            <a:r>
              <a:rPr lang="zh-CN" altLang="en-US" dirty="0" smtClean="0"/>
              <a:t>个，语义规则有</a:t>
            </a:r>
            <a:r>
              <a:rPr lang="en-US" altLang="zh-CN" dirty="0" smtClean="0"/>
              <a:t>5</a:t>
            </a:r>
            <a:r>
              <a:rPr lang="zh-CN" altLang="en-US" dirty="0" smtClean="0"/>
              <a:t>条，该图展示了应用该语义了对一个两层的立面进行剖分得到的剖分树。</a:t>
            </a:r>
            <a:endParaRPr lang="en-US" altLang="zh-CN" dirty="0" smtClean="0"/>
          </a:p>
          <a:p>
            <a:endParaRPr lang="en-US" altLang="zh-CN" dirty="0" smtClean="0"/>
          </a:p>
          <a:p>
            <a:r>
              <a:rPr lang="zh-CN" altLang="en-US" dirty="0" smtClean="0"/>
              <a:t>对于一个简单的建筑，我们可以通过观察的方法手动地得到其剖分树，但是对于给定的一个建筑立面的点云，我们如何得到可以描述它的最佳剖分树？</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7</a:t>
            </a:fld>
            <a:endParaRPr lang="zh-CN" altLang="en-US"/>
          </a:p>
        </p:txBody>
      </p:sp>
    </p:spTree>
    <p:extLst>
      <p:ext uri="{BB962C8B-B14F-4D97-AF65-F5344CB8AC3E}">
        <p14:creationId xmlns:p14="http://schemas.microsoft.com/office/powerpoint/2010/main" val="183105314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在解决这个问题之前，我先简单地介绍一下马尔可夫决策过程。马尔科夫决策过程描述的是</a:t>
            </a:r>
            <a:r>
              <a:rPr lang="en-US" altLang="zh-CN" dirty="0" smtClean="0"/>
              <a:t>Agent</a:t>
            </a:r>
            <a:r>
              <a:rPr lang="zh-CN" altLang="en-US" dirty="0" smtClean="0"/>
              <a:t>和环境的交互，在时刻</a:t>
            </a:r>
            <a:r>
              <a:rPr lang="en-US" altLang="zh-CN" dirty="0" smtClean="0"/>
              <a:t>t</a:t>
            </a:r>
            <a:r>
              <a:rPr lang="zh-CN" altLang="en-US" dirty="0" smtClean="0"/>
              <a:t>，环境向</a:t>
            </a:r>
            <a:r>
              <a:rPr lang="en-US" altLang="zh-CN" dirty="0" smtClean="0"/>
              <a:t>Agent</a:t>
            </a:r>
            <a:r>
              <a:rPr lang="zh-CN" altLang="en-US" dirty="0" smtClean="0"/>
              <a:t>发送一个状态信号</a:t>
            </a:r>
            <a:r>
              <a:rPr lang="en-US" altLang="zh-CN" dirty="0" smtClean="0"/>
              <a:t>St</a:t>
            </a:r>
            <a:r>
              <a:rPr lang="zh-CN" altLang="en-US" dirty="0" smtClean="0"/>
              <a:t>，</a:t>
            </a:r>
            <a:r>
              <a:rPr lang="en-US" altLang="zh-CN" dirty="0" smtClean="0"/>
              <a:t>Agent</a:t>
            </a:r>
            <a:r>
              <a:rPr lang="zh-CN" altLang="en-US" dirty="0" smtClean="0"/>
              <a:t>在这个状态之上采取了行为</a:t>
            </a:r>
            <a:r>
              <a:rPr lang="en-US" altLang="zh-CN" dirty="0" smtClean="0"/>
              <a:t>At</a:t>
            </a:r>
            <a:r>
              <a:rPr lang="zh-CN" altLang="en-US" dirty="0" smtClean="0"/>
              <a:t>，这个行为反过来又影响了环境，使得状态变为了</a:t>
            </a:r>
            <a:r>
              <a:rPr lang="en-US" altLang="zh-CN" dirty="0" smtClean="0"/>
              <a:t>St+1</a:t>
            </a:r>
            <a:r>
              <a:rPr lang="zh-CN" altLang="en-US" dirty="0" smtClean="0"/>
              <a:t>，同时，</a:t>
            </a:r>
            <a:r>
              <a:rPr lang="en-US" altLang="zh-CN" dirty="0" smtClean="0"/>
              <a:t>Agent</a:t>
            </a:r>
            <a:r>
              <a:rPr lang="zh-CN" altLang="en-US" dirty="0" smtClean="0"/>
              <a:t>收到了一个即时的回报</a:t>
            </a:r>
            <a:r>
              <a:rPr lang="en-US" altLang="zh-CN" dirty="0" err="1" smtClean="0"/>
              <a:t>Rt</a:t>
            </a:r>
            <a:r>
              <a:rPr lang="zh-CN" altLang="en-US" dirty="0" smtClean="0"/>
              <a:t>。</a:t>
            </a:r>
            <a:endParaRPr lang="en-US" altLang="zh-CN" dirty="0" smtClean="0"/>
          </a:p>
          <a:p>
            <a:r>
              <a:rPr lang="zh-CN" altLang="en-US" dirty="0" smtClean="0"/>
              <a:t>在这个不断交互的过程中，</a:t>
            </a:r>
            <a:r>
              <a:rPr lang="en-US" altLang="zh-CN" dirty="0" smtClean="0"/>
              <a:t>Agent</a:t>
            </a:r>
            <a:r>
              <a:rPr lang="zh-CN" altLang="en-US" dirty="0" smtClean="0"/>
              <a:t>的目标是最大化其长期的回报值，即所有即时回报的累加值。</a:t>
            </a:r>
            <a:endParaRPr lang="en-US" altLang="zh-CN" dirty="0" smtClean="0"/>
          </a:p>
          <a:p>
            <a:r>
              <a:rPr lang="en-US" altLang="zh-CN" dirty="0" smtClean="0"/>
              <a:t>Agent</a:t>
            </a:r>
            <a:r>
              <a:rPr lang="zh-CN" altLang="en-US" dirty="0" smtClean="0"/>
              <a:t>为了达到目标，需要得到在某个状态下因该采取哪个行动的策略，策略</a:t>
            </a:r>
            <a:r>
              <a:rPr lang="el-GR" altLang="zh-CN" sz="1200" dirty="0" smtClean="0"/>
              <a:t>π</a:t>
            </a:r>
            <a:r>
              <a:rPr lang="zh-CN" altLang="en-US" sz="1200" dirty="0" smtClean="0"/>
              <a:t>描述了在某个状态下选择某个行为的概率，用</a:t>
            </a:r>
            <a:r>
              <a:rPr lang="en-US" altLang="zh-CN" sz="1200" dirty="0" smtClean="0"/>
              <a:t>V</a:t>
            </a:r>
            <a:r>
              <a:rPr lang="zh-CN" altLang="en-US" sz="1200" dirty="0" smtClean="0"/>
              <a:t>函数描述策略的好坏，</a:t>
            </a:r>
            <a:r>
              <a:rPr lang="en-US" altLang="zh-CN" sz="1200" dirty="0" smtClean="0"/>
              <a:t>V</a:t>
            </a:r>
            <a:r>
              <a:rPr lang="zh-CN" altLang="en-US" sz="1200" dirty="0" smtClean="0"/>
              <a:t>函数表示了某个状态下按照策略</a:t>
            </a:r>
            <a:r>
              <a:rPr lang="el-GR" altLang="zh-CN" sz="1200" dirty="0" smtClean="0"/>
              <a:t>π</a:t>
            </a:r>
            <a:r>
              <a:rPr lang="zh-CN" altLang="en-US" sz="1200" dirty="0" smtClean="0"/>
              <a:t>决策，</a:t>
            </a:r>
            <a:r>
              <a:rPr lang="en-US" altLang="zh-CN" sz="1200" dirty="0" smtClean="0"/>
              <a:t>agent</a:t>
            </a:r>
            <a:r>
              <a:rPr lang="zh-CN" altLang="en-US" sz="1200" dirty="0" smtClean="0"/>
              <a:t>能得到的长期回报值。</a:t>
            </a:r>
            <a:endParaRPr lang="en-US" altLang="zh-CN" sz="1200" dirty="0" smtClean="0"/>
          </a:p>
          <a:p>
            <a:r>
              <a:rPr lang="zh-CN" altLang="en-US" dirty="0" smtClean="0"/>
              <a:t>因此求解马尔科夫决策过程实际上就是寻找最优策略的过程。现有的方法一般是采用数值迭代的方式从某个策略开始，不断优化该策略以得到最优策略。我们采用的增强学习的方法改进策略的公式如下，相比于动态规划和蒙特卡罗方法，增强学习的优点在于可以应状态量巨大的马尔科夫问题的求解。</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8</a:t>
            </a:fld>
            <a:endParaRPr lang="zh-CN" altLang="en-US"/>
          </a:p>
        </p:txBody>
      </p:sp>
    </p:spTree>
    <p:extLst>
      <p:ext uri="{BB962C8B-B14F-4D97-AF65-F5344CB8AC3E}">
        <p14:creationId xmlns:p14="http://schemas.microsoft.com/office/powerpoint/2010/main" val="29531625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现在我们来看看如何将最佳形状语义的求解建模为马尔科夫决策过程。</a:t>
            </a:r>
            <a:endParaRPr lang="en-US" altLang="zh-CN" dirty="0" smtClean="0"/>
          </a:p>
          <a:p>
            <a:r>
              <a:rPr lang="en-US" altLang="zh-CN" dirty="0" smtClean="0"/>
              <a:t>Agent</a:t>
            </a:r>
            <a:r>
              <a:rPr lang="zh-CN" altLang="en-US" dirty="0" smtClean="0"/>
              <a:t>的长期回报值可以这个式子表示。</a:t>
            </a:r>
            <a:r>
              <a:rPr lang="en-US" altLang="zh-CN" sz="1200" dirty="0" smtClean="0">
                <a:latin typeface="微软雅黑" panose="020B0503020204020204" pitchFamily="34" charset="-122"/>
                <a:ea typeface="微软雅黑" panose="020B0503020204020204" pitchFamily="34" charset="-122"/>
              </a:rPr>
              <a:t>s(x, y)</a:t>
            </a:r>
            <a:r>
              <a:rPr lang="zh-CN" altLang="en-US" sz="1200" dirty="0" smtClean="0">
                <a:latin typeface="微软雅黑" panose="020B0503020204020204" pitchFamily="34" charset="-122"/>
                <a:ea typeface="微软雅黑" panose="020B0503020204020204" pitchFamily="34" charset="-122"/>
              </a:rPr>
              <a:t>表示根据策略得到的点（</a:t>
            </a:r>
            <a:r>
              <a:rPr lang="en-US" altLang="zh-CN" sz="1200" dirty="0" smtClean="0">
                <a:latin typeface="微软雅黑" panose="020B0503020204020204" pitchFamily="34" charset="-122"/>
                <a:ea typeface="微软雅黑" panose="020B0503020204020204" pitchFamily="34" charset="-122"/>
              </a:rPr>
              <a:t>x</a:t>
            </a:r>
            <a:r>
              <a:rPr lang="zh-CN" altLang="en-US" sz="1200" dirty="0" smtClean="0">
                <a:latin typeface="微软雅黑" panose="020B0503020204020204" pitchFamily="34" charset="-122"/>
                <a:ea typeface="微软雅黑" panose="020B0503020204020204" pitchFamily="34" charset="-122"/>
              </a:rPr>
              <a:t>，</a:t>
            </a:r>
            <a:r>
              <a:rPr lang="en-US" altLang="zh-CN" sz="1200" dirty="0" smtClean="0">
                <a:latin typeface="微软雅黑" panose="020B0503020204020204" pitchFamily="34" charset="-122"/>
                <a:ea typeface="微软雅黑" panose="020B0503020204020204" pitchFamily="34" charset="-122"/>
              </a:rPr>
              <a:t>y</a:t>
            </a:r>
            <a:r>
              <a:rPr lang="zh-CN" altLang="en-US" sz="1200" dirty="0" smtClean="0">
                <a:latin typeface="微软雅黑" panose="020B0503020204020204" pitchFamily="34" charset="-122"/>
                <a:ea typeface="微软雅黑" panose="020B0503020204020204" pitchFamily="34" charset="-122"/>
              </a:rPr>
              <a:t>）的建筑类别。而函数</a:t>
            </a:r>
            <a:r>
              <a:rPr lang="en-US" altLang="zh-CN" sz="1200" dirty="0" smtClean="0">
                <a:latin typeface="微软雅黑" panose="020B0503020204020204" pitchFamily="34" charset="-122"/>
                <a:ea typeface="微软雅黑" panose="020B0503020204020204" pitchFamily="34" charset="-122"/>
              </a:rPr>
              <a:t>p</a:t>
            </a:r>
            <a:r>
              <a:rPr lang="zh-CN" altLang="en-US" sz="1200" dirty="0" smtClean="0">
                <a:latin typeface="微软雅黑" panose="020B0503020204020204" pitchFamily="34" charset="-122"/>
                <a:ea typeface="微软雅黑" panose="020B0503020204020204" pitchFamily="34" charset="-122"/>
              </a:rPr>
              <a:t>表示的点（</a:t>
            </a:r>
            <a:r>
              <a:rPr lang="en-US" altLang="zh-CN" sz="1200" dirty="0" smtClean="0">
                <a:latin typeface="微软雅黑" panose="020B0503020204020204" pitchFamily="34" charset="-122"/>
                <a:ea typeface="微软雅黑" panose="020B0503020204020204" pitchFamily="34" charset="-122"/>
              </a:rPr>
              <a:t>x</a:t>
            </a:r>
            <a:r>
              <a:rPr lang="zh-CN" altLang="en-US" sz="1200" dirty="0" smtClean="0">
                <a:latin typeface="微软雅黑" panose="020B0503020204020204" pitchFamily="34" charset="-122"/>
                <a:ea typeface="微软雅黑" panose="020B0503020204020204" pitchFamily="34" charset="-122"/>
              </a:rPr>
              <a:t>，</a:t>
            </a:r>
            <a:r>
              <a:rPr lang="en-US" altLang="zh-CN" sz="1200" dirty="0" smtClean="0">
                <a:latin typeface="微软雅黑" panose="020B0503020204020204" pitchFamily="34" charset="-122"/>
                <a:ea typeface="微软雅黑" panose="020B0503020204020204" pitchFamily="34" charset="-122"/>
              </a:rPr>
              <a:t>y</a:t>
            </a:r>
            <a:r>
              <a:rPr lang="zh-CN" altLang="en-US" sz="1200" dirty="0" smtClean="0">
                <a:latin typeface="微软雅黑" panose="020B0503020204020204" pitchFamily="34" charset="-122"/>
                <a:ea typeface="微软雅黑" panose="020B0503020204020204" pitchFamily="34" charset="-122"/>
              </a:rPr>
              <a:t>）真实情况下属于类别</a:t>
            </a:r>
            <a:r>
              <a:rPr lang="en-US" altLang="zh-CN" sz="1200" dirty="0" smtClean="0">
                <a:latin typeface="微软雅黑" panose="020B0503020204020204" pitchFamily="34" charset="-122"/>
                <a:ea typeface="微软雅黑" panose="020B0503020204020204" pitchFamily="34" charset="-122"/>
              </a:rPr>
              <a:t>s(x, y)</a:t>
            </a:r>
            <a:r>
              <a:rPr lang="zh-CN" altLang="en-US" sz="1200" dirty="0" smtClean="0">
                <a:latin typeface="微软雅黑" panose="020B0503020204020204" pitchFamily="34" charset="-122"/>
                <a:ea typeface="微软雅黑" panose="020B0503020204020204" pitchFamily="34" charset="-122"/>
              </a:rPr>
              <a:t>的概率。实际上，该式子就表示了二分形状语义剖分的正确度，正确度越高，说明策略越好；最大化正确度，也就得到了建筑立面的最优剖分。</a:t>
            </a:r>
            <a:endParaRPr lang="en-US" altLang="zh-CN" sz="1200" dirty="0" smtClean="0">
              <a:latin typeface="微软雅黑" panose="020B0503020204020204" pitchFamily="34" charset="-122"/>
              <a:ea typeface="微软雅黑" panose="020B0503020204020204" pitchFamily="34" charset="-122"/>
            </a:endParaRPr>
          </a:p>
          <a:p>
            <a:endParaRPr lang="en-US" altLang="zh-CN" sz="1200" dirty="0" smtClean="0">
              <a:latin typeface="微软雅黑" panose="020B0503020204020204" pitchFamily="34" charset="-122"/>
              <a:ea typeface="微软雅黑" panose="020B0503020204020204" pitchFamily="34" charset="-122"/>
            </a:endParaRPr>
          </a:p>
          <a:p>
            <a:r>
              <a:rPr lang="zh-CN" altLang="en-US" sz="1200" dirty="0" smtClean="0">
                <a:latin typeface="微软雅黑" panose="020B0503020204020204" pitchFamily="34" charset="-122"/>
                <a:ea typeface="微软雅黑" panose="020B0503020204020204" pitchFamily="34" charset="-122"/>
              </a:rPr>
              <a:t>现在又出现了一个问题：即如何得到点（</a:t>
            </a:r>
            <a:r>
              <a:rPr lang="en-US" altLang="zh-CN" sz="1200" dirty="0" smtClean="0">
                <a:latin typeface="微软雅黑" panose="020B0503020204020204" pitchFamily="34" charset="-122"/>
                <a:ea typeface="微软雅黑" panose="020B0503020204020204" pitchFamily="34" charset="-122"/>
              </a:rPr>
              <a:t>x</a:t>
            </a:r>
            <a:r>
              <a:rPr lang="zh-CN" altLang="en-US" sz="1200" dirty="0" smtClean="0">
                <a:latin typeface="微软雅黑" panose="020B0503020204020204" pitchFamily="34" charset="-122"/>
                <a:ea typeface="微软雅黑" panose="020B0503020204020204" pitchFamily="34" charset="-122"/>
              </a:rPr>
              <a:t>，</a:t>
            </a:r>
            <a:r>
              <a:rPr lang="en-US" altLang="zh-CN" sz="1200" dirty="0" smtClean="0">
                <a:latin typeface="微软雅黑" panose="020B0503020204020204" pitchFamily="34" charset="-122"/>
                <a:ea typeface="微软雅黑" panose="020B0503020204020204" pitchFamily="34" charset="-122"/>
              </a:rPr>
              <a:t>y</a:t>
            </a:r>
            <a:r>
              <a:rPr lang="zh-CN" altLang="en-US" sz="1200" dirty="0" smtClean="0">
                <a:latin typeface="微软雅黑" panose="020B0503020204020204" pitchFamily="34" charset="-122"/>
                <a:ea typeface="微软雅黑" panose="020B0503020204020204" pitchFamily="34" charset="-122"/>
              </a:rPr>
              <a:t>）真实情况下是建筑类别</a:t>
            </a:r>
            <a:r>
              <a:rPr lang="en-US" altLang="zh-CN" sz="1200" dirty="0" smtClean="0">
                <a:latin typeface="微软雅黑" panose="020B0503020204020204" pitchFamily="34" charset="-122"/>
                <a:ea typeface="微软雅黑" panose="020B0503020204020204" pitchFamily="34" charset="-122"/>
              </a:rPr>
              <a:t>a</a:t>
            </a:r>
            <a:r>
              <a:rPr lang="zh-CN" altLang="en-US" sz="1200" dirty="0" smtClean="0">
                <a:latin typeface="微软雅黑" panose="020B0503020204020204" pitchFamily="34" charset="-122"/>
                <a:ea typeface="微软雅黑" panose="020B0503020204020204" pitchFamily="34" charset="-122"/>
              </a:rPr>
              <a:t>的概率？</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9</a:t>
            </a:fld>
            <a:endParaRPr lang="zh-CN" altLang="en-US"/>
          </a:p>
        </p:txBody>
      </p:sp>
    </p:spTree>
    <p:extLst>
      <p:ext uri="{BB962C8B-B14F-4D97-AF65-F5344CB8AC3E}">
        <p14:creationId xmlns:p14="http://schemas.microsoft.com/office/powerpoint/2010/main" val="12700713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为此，我们首先采用数据驱动的方法，用点云预分类的结果近似表示建筑结构的概率分布。</a:t>
            </a:r>
            <a:endParaRPr lang="en-US" altLang="zh-CN" dirty="0" smtClean="0"/>
          </a:p>
          <a:p>
            <a:r>
              <a:rPr lang="zh-CN" altLang="en-US" dirty="0" smtClean="0"/>
              <a:t>预分类主要包括三个过程，首先是</a:t>
            </a:r>
            <a:endParaRPr lang="en-US" altLang="zh-CN" dirty="0" smtClean="0"/>
          </a:p>
          <a:p>
            <a:endParaRPr lang="en-US" altLang="zh-CN" dirty="0" smtClean="0"/>
          </a:p>
          <a:p>
            <a:r>
              <a:rPr lang="zh-CN" altLang="en-US" dirty="0" smtClean="0"/>
              <a:t>这幅图表示了对一个点云缺失严重的立面的分类结果</a:t>
            </a:r>
            <a:endParaRPr lang="en-US" altLang="zh-CN" dirty="0" smtClean="0"/>
          </a:p>
          <a:p>
            <a:r>
              <a:rPr lang="zh-CN" altLang="en-US" dirty="0" smtClean="0"/>
              <a:t>对一个教堂进行分类的结果，主要分成了屋顶、窗户、立柱、门以及黑色的背景几类</a:t>
            </a:r>
            <a:endParaRPr lang="en-US" altLang="zh-CN" dirty="0" smtClean="0"/>
          </a:p>
          <a:p>
            <a:r>
              <a:rPr lang="zh-CN" altLang="en-US" dirty="0" smtClean="0"/>
              <a:t>对一个小区分类的结果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10</a:t>
            </a:fld>
            <a:endParaRPr lang="zh-CN" altLang="en-US"/>
          </a:p>
        </p:txBody>
      </p:sp>
    </p:spTree>
    <p:extLst>
      <p:ext uri="{BB962C8B-B14F-4D97-AF65-F5344CB8AC3E}">
        <p14:creationId xmlns:p14="http://schemas.microsoft.com/office/powerpoint/2010/main" val="427059776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下面展示实验的结果。</a:t>
            </a:r>
            <a:endParaRPr lang="en-US" altLang="zh-CN" dirty="0" smtClean="0"/>
          </a:p>
          <a:p>
            <a:r>
              <a:rPr lang="zh-CN" altLang="en-US" dirty="0" smtClean="0"/>
              <a:t>这是矿业大学图书馆的一个立面，形状语义解译的结果，重建结果。注意到该建筑的最下面一层和上面几层是不对称的，下面的窗户会比较大，我们的算法可以恢复这种情况。</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11</a:t>
            </a:fld>
            <a:endParaRPr lang="zh-CN" altLang="en-US"/>
          </a:p>
        </p:txBody>
      </p:sp>
    </p:spTree>
    <p:extLst>
      <p:ext uri="{BB962C8B-B14F-4D97-AF65-F5344CB8AC3E}">
        <p14:creationId xmlns:p14="http://schemas.microsoft.com/office/powerpoint/2010/main" val="352895849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这是一个更复杂的建筑，解译的结果，建模的结果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12</a:t>
            </a:fld>
            <a:endParaRPr lang="zh-CN" altLang="en-US"/>
          </a:p>
        </p:txBody>
      </p:sp>
    </p:spTree>
    <p:extLst>
      <p:ext uri="{BB962C8B-B14F-4D97-AF65-F5344CB8AC3E}">
        <p14:creationId xmlns:p14="http://schemas.microsoft.com/office/powerpoint/2010/main" val="1223274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这是北师大科技楼的一个侧面，解译的结果，重建的结果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13</a:t>
            </a:fld>
            <a:endParaRPr lang="zh-CN" altLang="en-US"/>
          </a:p>
        </p:txBody>
      </p:sp>
    </p:spTree>
    <p:extLst>
      <p:ext uri="{BB962C8B-B14F-4D97-AF65-F5344CB8AC3E}">
        <p14:creationId xmlns:p14="http://schemas.microsoft.com/office/powerpoint/2010/main" val="36918998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这是一个点云缺失较为严重的建筑，解译可以很好地解决缺失的问题，这是重建的结果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14</a:t>
            </a:fld>
            <a:endParaRPr lang="zh-CN" altLang="en-US"/>
          </a:p>
        </p:txBody>
      </p:sp>
    </p:spTree>
    <p:extLst>
      <p:ext uri="{BB962C8B-B14F-4D97-AF65-F5344CB8AC3E}">
        <p14:creationId xmlns:p14="http://schemas.microsoft.com/office/powerpoint/2010/main" val="12778397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前面的建筑都只包含窗户和墙面，这个建筑多了阳台，这是解译的结果，重建的结果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15</a:t>
            </a:fld>
            <a:endParaRPr lang="zh-CN" altLang="en-US"/>
          </a:p>
        </p:txBody>
      </p:sp>
    </p:spTree>
    <p:extLst>
      <p:ext uri="{BB962C8B-B14F-4D97-AF65-F5344CB8AC3E}">
        <p14:creationId xmlns:p14="http://schemas.microsoft.com/office/powerpoint/2010/main" val="97269735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之前展示的教堂，解译的结果，建模的结果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16</a:t>
            </a:fld>
            <a:endParaRPr lang="zh-CN" altLang="en-US"/>
          </a:p>
        </p:txBody>
      </p:sp>
    </p:spTree>
    <p:extLst>
      <p:ext uri="{BB962C8B-B14F-4D97-AF65-F5344CB8AC3E}">
        <p14:creationId xmlns:p14="http://schemas.microsoft.com/office/powerpoint/2010/main" val="22033263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一个典型的立面。解译的结果，重建的结果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17</a:t>
            </a:fld>
            <a:endParaRPr lang="zh-CN" altLang="en-US"/>
          </a:p>
        </p:txBody>
      </p:sp>
    </p:spTree>
    <p:extLst>
      <p:ext uri="{BB962C8B-B14F-4D97-AF65-F5344CB8AC3E}">
        <p14:creationId xmlns:p14="http://schemas.microsoft.com/office/powerpoint/2010/main" val="184416065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smtClean="0"/>
              <a:t>我们采用了</a:t>
            </a:r>
            <a:r>
              <a:rPr lang="en-US" altLang="zh-CN" dirty="0" smtClean="0"/>
              <a:t>C++</a:t>
            </a:r>
            <a:r>
              <a:rPr lang="zh-CN" altLang="en-US" dirty="0" smtClean="0"/>
              <a:t>语言在一台工作站上实现了算法，并进行了实验，从表中可以看出</a:t>
            </a:r>
            <a:r>
              <a:rPr lang="zh-CN" altLang="zh-CN" sz="1200" kern="1200" dirty="0" smtClean="0">
                <a:solidFill>
                  <a:schemeClr val="tx1"/>
                </a:solidFill>
                <a:effectLst/>
                <a:latin typeface="+mn-lt"/>
                <a:ea typeface="+mn-ea"/>
                <a:cs typeface="+mn-cs"/>
              </a:rPr>
              <a:t>，本文提出的算法的效率较高，基本可以应对大规模的城市重建。</a:t>
            </a:r>
          </a:p>
          <a:p>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18</a:t>
            </a:fld>
            <a:endParaRPr lang="zh-CN" altLang="en-US"/>
          </a:p>
        </p:txBody>
      </p:sp>
    </p:spTree>
    <p:extLst>
      <p:ext uri="{BB962C8B-B14F-4D97-AF65-F5344CB8AC3E}">
        <p14:creationId xmlns:p14="http://schemas.microsoft.com/office/powerpoint/2010/main" val="15833556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上述实验显示了我们的方法可以对多种风格的建筑进行建模，并且可以有效地应对对称建筑立面点云存在缺失的情况；</a:t>
            </a:r>
            <a:endParaRPr lang="en-US" altLang="zh-CN"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smtClean="0"/>
              <a:t>我们的方法的不足在于采用了表格的方法来表示</a:t>
            </a:r>
            <a:r>
              <a:rPr lang="en-US" altLang="zh-CN" dirty="0" smtClean="0"/>
              <a:t>V</a:t>
            </a:r>
            <a:r>
              <a:rPr lang="zh-CN" altLang="en-US" dirty="0" smtClean="0"/>
              <a:t>函数，对状态没有简化，当状态量十分巨大的时候收敛较慢。另外，我们的预分类采用了支持向量机这种监督分类的方法，没有实现完全的自动化。</a:t>
            </a:r>
            <a:endParaRPr lang="en-US" altLang="zh-CN" dirty="0" smtClean="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19</a:t>
            </a:fld>
            <a:endParaRPr lang="zh-CN" altLang="en-US"/>
          </a:p>
        </p:txBody>
      </p:sp>
    </p:spTree>
    <p:extLst>
      <p:ext uri="{BB962C8B-B14F-4D97-AF65-F5344CB8AC3E}">
        <p14:creationId xmlns:p14="http://schemas.microsoft.com/office/powerpoint/2010/main" val="370380136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谢谢各位的聆听！请老师提问～</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20</a:t>
            </a:fld>
            <a:endParaRPr lang="zh-CN" altLang="en-US"/>
          </a:p>
        </p:txBody>
      </p:sp>
    </p:spTree>
    <p:extLst>
      <p:ext uri="{BB962C8B-B14F-4D97-AF65-F5344CB8AC3E}">
        <p14:creationId xmlns:p14="http://schemas.microsoft.com/office/powerpoint/2010/main" val="42207974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7" name="矩形 6"/>
          <p:cNvSpPr/>
          <p:nvPr/>
        </p:nvSpPr>
        <p:spPr>
          <a:xfrm>
            <a:off x="0" y="0"/>
            <a:ext cx="9144000" cy="4866468"/>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ctrTitle"/>
          </p:nvPr>
        </p:nvSpPr>
        <p:spPr>
          <a:xfrm>
            <a:off x="628652" y="2061006"/>
            <a:ext cx="7886700" cy="2387600"/>
          </a:xfrm>
        </p:spPr>
        <p:txBody>
          <a:bodyPr anchor="b">
            <a:normAutofit/>
          </a:bodyPr>
          <a:lstStyle>
            <a:lvl1pPr algn="l" latinLnBrk="0">
              <a:defRPr lang="zh-CN" sz="4050">
                <a:solidFill>
                  <a:schemeClr val="bg1"/>
                </a:solidFill>
              </a:defRPr>
            </a:lvl1pPr>
          </a:lstStyle>
          <a:p>
            <a:r>
              <a:rPr lang="zh-CN" altLang="en-US" smtClean="0"/>
              <a:t>单击此处编辑母版标题样式</a:t>
            </a:r>
            <a:endParaRPr lang="zh-CN"/>
          </a:p>
        </p:txBody>
      </p:sp>
      <p:sp>
        <p:nvSpPr>
          <p:cNvPr id="3" name="副标题 2"/>
          <p:cNvSpPr>
            <a:spLocks noGrp="1"/>
          </p:cNvSpPr>
          <p:nvPr>
            <p:ph type="subTitle" idx="1"/>
          </p:nvPr>
        </p:nvSpPr>
        <p:spPr>
          <a:xfrm>
            <a:off x="628653" y="5110611"/>
            <a:ext cx="5029199" cy="1137793"/>
          </a:xfrm>
        </p:spPr>
        <p:txBody>
          <a:bodyPr>
            <a:normAutofit/>
          </a:bodyPr>
          <a:lstStyle>
            <a:lvl1pPr marL="0" indent="0" algn="l" latinLnBrk="0">
              <a:lnSpc>
                <a:spcPct val="150000"/>
              </a:lnSpc>
              <a:spcBef>
                <a:spcPts val="450"/>
              </a:spcBef>
              <a:buNone/>
              <a:defRPr lang="zh-CN" sz="2100">
                <a:solidFill>
                  <a:srgbClr val="D24726"/>
                </a:solidFill>
                <a:latin typeface="+mj-lt"/>
              </a:defRPr>
            </a:lvl1pPr>
            <a:lvl2pPr marL="342900" indent="0" algn="ctr" latinLnBrk="0">
              <a:buNone/>
              <a:defRPr lang="zh-CN" sz="1500"/>
            </a:lvl2pPr>
            <a:lvl3pPr marL="685800" indent="0" algn="ctr" latinLnBrk="0">
              <a:buNone/>
              <a:defRPr lang="zh-CN" sz="1350"/>
            </a:lvl3pPr>
            <a:lvl4pPr marL="1028700" indent="0" algn="ctr" latinLnBrk="0">
              <a:buNone/>
              <a:defRPr lang="zh-CN" sz="1200"/>
            </a:lvl4pPr>
            <a:lvl5pPr marL="1371600" indent="0" algn="ctr" latinLnBrk="0">
              <a:buNone/>
              <a:defRPr lang="zh-CN" sz="1200"/>
            </a:lvl5pPr>
            <a:lvl6pPr marL="1714500" indent="0" algn="ctr" latinLnBrk="0">
              <a:buNone/>
              <a:defRPr lang="zh-CN" sz="1200"/>
            </a:lvl6pPr>
            <a:lvl7pPr marL="2057400" indent="0" algn="ctr" latinLnBrk="0">
              <a:buNone/>
              <a:defRPr lang="zh-CN" sz="1200"/>
            </a:lvl7pPr>
            <a:lvl8pPr marL="2400300" indent="0" algn="ctr" latinLnBrk="0">
              <a:buNone/>
              <a:defRPr lang="zh-CN" sz="1200"/>
            </a:lvl8pPr>
            <a:lvl9pPr marL="2743200" indent="0" algn="ctr" latinLnBrk="0">
              <a:buNone/>
              <a:defRPr lang="zh-CN" sz="1200"/>
            </a:lvl9pPr>
          </a:lstStyle>
          <a:p>
            <a:r>
              <a:rPr lang="zh-CN" altLang="en-US" smtClean="0"/>
              <a:t>单击此处编辑母版副标题样式</a:t>
            </a:r>
            <a:endParaRPr lang="zh-CN" dirty="0"/>
          </a:p>
        </p:txBody>
      </p:sp>
      <p:sp>
        <p:nvSpPr>
          <p:cNvPr id="4" name="日期占位符 3"/>
          <p:cNvSpPr>
            <a:spLocks noGrp="1"/>
          </p:cNvSpPr>
          <p:nvPr>
            <p:ph type="dt" sz="half" idx="10"/>
          </p:nvPr>
        </p:nvSpPr>
        <p:spPr/>
        <p:txBody>
          <a:bodyPr/>
          <a:lstStyle/>
          <a:p>
            <a:fld id="{8BEEBAAA-29B5-4AF5-BC5F-7E580C29002D}" type="datetimeFigureOut">
              <a:t>2014/5/12</a:t>
            </a:fld>
            <a:endParaRPr lang="zh-CN"/>
          </a:p>
        </p:txBody>
      </p:sp>
      <p:sp>
        <p:nvSpPr>
          <p:cNvPr id="5" name="页脚占位符 4"/>
          <p:cNvSpPr>
            <a:spLocks noGrp="1"/>
          </p:cNvSpPr>
          <p:nvPr>
            <p:ph type="ftr" sz="quarter" idx="11"/>
          </p:nvPr>
        </p:nvSpPr>
        <p:spPr/>
        <p:txBody>
          <a:bodyPr/>
          <a:lstStyle/>
          <a:p>
            <a:endParaRPr lang="zh-CN"/>
          </a:p>
        </p:txBody>
      </p:sp>
      <p:sp>
        <p:nvSpPr>
          <p:cNvPr id="6" name="幻灯片编号占位符 5"/>
          <p:cNvSpPr>
            <a:spLocks noGrp="1"/>
          </p:cNvSpPr>
          <p:nvPr>
            <p:ph type="sldNum" sz="quarter" idx="12"/>
          </p:nvPr>
        </p:nvSpPr>
        <p:spPr/>
        <p:txBody>
          <a:bodyPr/>
          <a:lstStyle/>
          <a:p>
            <a:fld id="{9860EDB8-5305-433F-BE41-D7A86D811DB3}" type="slidenum">
              <a:t>‹#›</a:t>
            </a:fld>
            <a:endParaRPr lang="zh-CN"/>
          </a:p>
        </p:txBody>
      </p:sp>
      <p:sp>
        <p:nvSpPr>
          <p:cNvPr id="8" name="矩形 7"/>
          <p:cNvSpPr/>
          <p:nvPr userDrawn="1"/>
        </p:nvSpPr>
        <p:spPr>
          <a:xfrm>
            <a:off x="0" y="0"/>
            <a:ext cx="9144000" cy="4866468"/>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17185494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7" name="矩形 6"/>
          <p:cNvSpPr/>
          <p:nvPr/>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453327" y="0"/>
            <a:ext cx="8062025" cy="1208868"/>
          </a:xfrm>
        </p:spPr>
        <p:txBody>
          <a:bodyPr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内容占位符 2"/>
          <p:cNvSpPr>
            <a:spLocks noGrp="1"/>
          </p:cNvSpPr>
          <p:nvPr>
            <p:ph idx="1"/>
          </p:nvPr>
        </p:nvSpPr>
        <p:spPr>
          <a:xfrm>
            <a:off x="628652" y="1825625"/>
            <a:ext cx="3125815" cy="4351338"/>
          </a:xfrm>
        </p:spPr>
        <p:txBody>
          <a:bodyPr>
            <a:normAutofit/>
          </a:bodyPr>
          <a:lstStyle>
            <a:lvl1pPr marL="0" indent="0" latinLnBrk="0">
              <a:lnSpc>
                <a:spcPct val="150000"/>
              </a:lnSpc>
              <a:spcAft>
                <a:spcPts val="900"/>
              </a:spcAft>
              <a:buNone/>
              <a:defRPr lang="zh-CN" sz="1200">
                <a:solidFill>
                  <a:schemeClr val="bg1">
                    <a:lumMod val="50000"/>
                  </a:schemeClr>
                </a:solidFill>
              </a:defRPr>
            </a:lvl1pPr>
            <a:lvl2pPr latinLnBrk="0">
              <a:lnSpc>
                <a:spcPct val="150000"/>
              </a:lnSpc>
              <a:spcAft>
                <a:spcPts val="900"/>
              </a:spcAft>
              <a:defRPr lang="zh-CN" sz="1050">
                <a:solidFill>
                  <a:schemeClr val="bg1">
                    <a:lumMod val="50000"/>
                  </a:schemeClr>
                </a:solidFill>
              </a:defRPr>
            </a:lvl2pPr>
            <a:lvl3pPr latinLnBrk="0">
              <a:lnSpc>
                <a:spcPct val="150000"/>
              </a:lnSpc>
              <a:spcAft>
                <a:spcPts val="900"/>
              </a:spcAft>
              <a:defRPr lang="zh-CN" sz="900">
                <a:solidFill>
                  <a:schemeClr val="bg1">
                    <a:lumMod val="50000"/>
                  </a:schemeClr>
                </a:solidFill>
              </a:defRPr>
            </a:lvl3pPr>
            <a:lvl4pPr latinLnBrk="0">
              <a:lnSpc>
                <a:spcPct val="150000"/>
              </a:lnSpc>
              <a:spcAft>
                <a:spcPts val="900"/>
              </a:spcAft>
              <a:defRPr lang="zh-CN" sz="825">
                <a:solidFill>
                  <a:schemeClr val="bg1">
                    <a:lumMod val="50000"/>
                  </a:schemeClr>
                </a:solidFill>
              </a:defRPr>
            </a:lvl4pPr>
            <a:lvl5pPr latinLnBrk="0">
              <a:lnSpc>
                <a:spcPct val="150000"/>
              </a:lnSpc>
              <a:spcAft>
                <a:spcPts val="900"/>
              </a:spcAft>
              <a:defRPr lang="zh-CN" sz="825">
                <a:solidFill>
                  <a:schemeClr val="bg1">
                    <a:lumMod val="50000"/>
                  </a:schemeClr>
                </a:solidFill>
              </a:defRPr>
            </a:lvl5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dirty="0"/>
          </a:p>
        </p:txBody>
      </p:sp>
      <p:sp>
        <p:nvSpPr>
          <p:cNvPr id="4" name="日期占位符 3"/>
          <p:cNvSpPr>
            <a:spLocks noGrp="1"/>
          </p:cNvSpPr>
          <p:nvPr>
            <p:ph type="dt" sz="half" idx="10"/>
          </p:nvPr>
        </p:nvSpPr>
        <p:spPr/>
        <p:txBody>
          <a:bodyPr/>
          <a:lstStyle/>
          <a:p>
            <a:fld id="{8BEEBAAA-29B5-4AF5-BC5F-7E580C29002D}" type="datetimeFigureOut">
              <a:t>2014/5/12</a:t>
            </a:fld>
            <a:endParaRPr lang="zh-CN"/>
          </a:p>
        </p:txBody>
      </p:sp>
      <p:sp>
        <p:nvSpPr>
          <p:cNvPr id="5" name="页脚占位符 4"/>
          <p:cNvSpPr>
            <a:spLocks noGrp="1"/>
          </p:cNvSpPr>
          <p:nvPr>
            <p:ph type="ftr" sz="quarter" idx="11"/>
          </p:nvPr>
        </p:nvSpPr>
        <p:spPr/>
        <p:txBody>
          <a:bodyPr/>
          <a:lstStyle/>
          <a:p>
            <a:endParaRPr lang="zh-CN"/>
          </a:p>
        </p:txBody>
      </p:sp>
      <p:sp>
        <p:nvSpPr>
          <p:cNvPr id="6" name="幻灯片编号占位符 5"/>
          <p:cNvSpPr>
            <a:spLocks noGrp="1"/>
          </p:cNvSpPr>
          <p:nvPr>
            <p:ph type="sldNum" sz="quarter" idx="12"/>
          </p:nvPr>
        </p:nvSpPr>
        <p:spPr/>
        <p:txBody>
          <a:bodyPr/>
          <a:lstStyle/>
          <a:p>
            <a:fld id="{9860EDB8-5305-433F-BE41-D7A86D811DB3}" type="slidenum">
              <a:t>‹#›</a:t>
            </a:fld>
            <a:endParaRPr lang="zh-CN"/>
          </a:p>
        </p:txBody>
      </p:sp>
      <p:sp>
        <p:nvSpPr>
          <p:cNvPr id="8" name="矩形 7"/>
          <p:cNvSpPr/>
          <p:nvPr userDrawn="1"/>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21858365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7" name="矩形 6"/>
          <p:cNvSpPr/>
          <p:nvPr/>
        </p:nvSpPr>
        <p:spPr>
          <a:xfrm>
            <a:off x="4242663" y="1709738"/>
            <a:ext cx="4901339" cy="357518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628651" y="2402239"/>
            <a:ext cx="3381536" cy="2187227"/>
          </a:xfrm>
        </p:spPr>
        <p:txBody>
          <a:bodyPr anchor="ctr">
            <a:noAutofit/>
          </a:bodyPr>
          <a:lstStyle>
            <a:lvl1pPr algn="l" latinLnBrk="0">
              <a:defRPr lang="zh-CN" sz="3600">
                <a:solidFill>
                  <a:srgbClr val="D24726"/>
                </a:solidFill>
              </a:defRPr>
            </a:lvl1pPr>
          </a:lstStyle>
          <a:p>
            <a:r>
              <a:rPr lang="zh-CN" altLang="en-US" smtClean="0"/>
              <a:t>单击此处编辑母版标题样式</a:t>
            </a:r>
            <a:endParaRPr lang="zh-CN"/>
          </a:p>
        </p:txBody>
      </p:sp>
      <p:sp>
        <p:nvSpPr>
          <p:cNvPr id="3" name="文本占位符 2"/>
          <p:cNvSpPr>
            <a:spLocks noGrp="1"/>
          </p:cNvSpPr>
          <p:nvPr>
            <p:ph type="body" idx="1"/>
          </p:nvPr>
        </p:nvSpPr>
        <p:spPr>
          <a:xfrm>
            <a:off x="4742482" y="2402237"/>
            <a:ext cx="3952068" cy="2187226"/>
          </a:xfrm>
        </p:spPr>
        <p:txBody>
          <a:bodyPr anchor="ctr">
            <a:normAutofit/>
          </a:bodyPr>
          <a:lstStyle>
            <a:lvl1pPr marL="0" indent="0" latinLnBrk="0">
              <a:lnSpc>
                <a:spcPct val="150000"/>
              </a:lnSpc>
              <a:buNone/>
              <a:defRPr lang="zh-CN" sz="2100">
                <a:solidFill>
                  <a:schemeClr val="bg1"/>
                </a:solidFill>
                <a:latin typeface="+mj-lt"/>
              </a:defRPr>
            </a:lvl1pPr>
            <a:lvl2pPr marL="342900" indent="0" latinLnBrk="0">
              <a:buNone/>
              <a:defRPr lang="zh-CN" sz="1500"/>
            </a:lvl2pPr>
            <a:lvl3pPr marL="685800" indent="0" latinLnBrk="0">
              <a:buNone/>
              <a:defRPr lang="zh-CN" sz="1350"/>
            </a:lvl3pPr>
            <a:lvl4pPr marL="1028700" indent="0" latinLnBrk="0">
              <a:buNone/>
              <a:defRPr lang="zh-CN" sz="1200"/>
            </a:lvl4pPr>
            <a:lvl5pPr marL="1371600" indent="0" latinLnBrk="0">
              <a:buNone/>
              <a:defRPr lang="zh-CN" sz="1200"/>
            </a:lvl5pPr>
            <a:lvl6pPr marL="1714500" indent="0" latinLnBrk="0">
              <a:buNone/>
              <a:defRPr lang="zh-CN" sz="1200"/>
            </a:lvl6pPr>
            <a:lvl7pPr marL="2057400" indent="0" latinLnBrk="0">
              <a:buNone/>
              <a:defRPr lang="zh-CN" sz="1200"/>
            </a:lvl7pPr>
            <a:lvl8pPr marL="2400300" indent="0" latinLnBrk="0">
              <a:buNone/>
              <a:defRPr lang="zh-CN" sz="1200"/>
            </a:lvl8pPr>
            <a:lvl9pPr marL="2743200" indent="0" latinLnBrk="0">
              <a:buNone/>
              <a:defRPr lang="zh-CN" sz="1200"/>
            </a:lvl9pPr>
          </a:lstStyle>
          <a:p>
            <a:pPr lvl="0"/>
            <a:r>
              <a:rPr lang="zh-CN" altLang="en-US" smtClean="0"/>
              <a:t>单击此处编辑母版文本样式</a:t>
            </a:r>
          </a:p>
        </p:txBody>
      </p:sp>
      <p:sp>
        <p:nvSpPr>
          <p:cNvPr id="4" name="日期占位符 3"/>
          <p:cNvSpPr>
            <a:spLocks noGrp="1"/>
          </p:cNvSpPr>
          <p:nvPr>
            <p:ph type="dt" sz="half" idx="10"/>
          </p:nvPr>
        </p:nvSpPr>
        <p:spPr/>
        <p:txBody>
          <a:bodyPr/>
          <a:lstStyle/>
          <a:p>
            <a:fld id="{8BEEBAAA-29B5-4AF5-BC5F-7E580C29002D}" type="datetimeFigureOut">
              <a:t>2014/5/12</a:t>
            </a:fld>
            <a:endParaRPr lang="zh-CN"/>
          </a:p>
        </p:txBody>
      </p:sp>
      <p:sp>
        <p:nvSpPr>
          <p:cNvPr id="5" name="页脚占位符 4"/>
          <p:cNvSpPr>
            <a:spLocks noGrp="1"/>
          </p:cNvSpPr>
          <p:nvPr>
            <p:ph type="ftr" sz="quarter" idx="11"/>
          </p:nvPr>
        </p:nvSpPr>
        <p:spPr/>
        <p:txBody>
          <a:bodyPr/>
          <a:lstStyle/>
          <a:p>
            <a:endParaRPr lang="zh-CN"/>
          </a:p>
        </p:txBody>
      </p:sp>
      <p:sp>
        <p:nvSpPr>
          <p:cNvPr id="6" name="幻灯片编号占位符 5"/>
          <p:cNvSpPr>
            <a:spLocks noGrp="1"/>
          </p:cNvSpPr>
          <p:nvPr>
            <p:ph type="sldNum" sz="quarter" idx="12"/>
          </p:nvPr>
        </p:nvSpPr>
        <p:spPr/>
        <p:txBody>
          <a:bodyPr/>
          <a:lstStyle/>
          <a:p>
            <a:fld id="{9860EDB8-5305-433F-BE41-D7A86D811DB3}" type="slidenum">
              <a:t>‹#›</a:t>
            </a:fld>
            <a:endParaRPr lang="zh-CN"/>
          </a:p>
        </p:txBody>
      </p:sp>
      <p:sp>
        <p:nvSpPr>
          <p:cNvPr id="8" name="矩形 7"/>
          <p:cNvSpPr/>
          <p:nvPr userDrawn="1"/>
        </p:nvSpPr>
        <p:spPr>
          <a:xfrm>
            <a:off x="4242663" y="1709738"/>
            <a:ext cx="4901339" cy="357518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133565553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8" name="矩形 7"/>
          <p:cNvSpPr/>
          <p:nvPr/>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457201" y="1"/>
            <a:ext cx="8058151" cy="1228436"/>
          </a:xfrm>
        </p:spPr>
        <p:txBody>
          <a:bodyPr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内容占位符 2"/>
          <p:cNvSpPr>
            <a:spLocks noGrp="1"/>
          </p:cNvSpPr>
          <p:nvPr>
            <p:ph sz="half" idx="1"/>
          </p:nvPr>
        </p:nvSpPr>
        <p:spPr>
          <a:xfrm>
            <a:off x="628651" y="1825625"/>
            <a:ext cx="3886200" cy="4351338"/>
          </a:xfrm>
        </p:spPr>
        <p:txBody>
          <a:bodyPr vert="horz" lIns="91440" tIns="45720" rIns="91440" bIns="45720" rtlCol="0">
            <a:normAutofit/>
          </a:bodyPr>
          <a:lstStyle>
            <a:lvl1pPr latinLnBrk="0">
              <a:defRPr lang="zh-CN" sz="1200">
                <a:solidFill>
                  <a:schemeClr val="bg1">
                    <a:lumMod val="50000"/>
                  </a:schemeClr>
                </a:solidFill>
              </a:defRPr>
            </a:lvl1pPr>
            <a:lvl2pPr latinLnBrk="0">
              <a:defRPr lang="zh-CN" sz="1050">
                <a:solidFill>
                  <a:schemeClr val="bg1">
                    <a:lumMod val="50000"/>
                  </a:schemeClr>
                </a:solidFill>
              </a:defRPr>
            </a:lvl2pPr>
            <a:lvl3pPr latinLnBrk="0">
              <a:defRPr lang="zh-CN" sz="900">
                <a:solidFill>
                  <a:schemeClr val="bg1">
                    <a:lumMod val="50000"/>
                  </a:schemeClr>
                </a:solidFill>
              </a:defRPr>
            </a:lvl3pPr>
            <a:lvl4pPr latinLnBrk="0">
              <a:defRPr lang="zh-CN" sz="825">
                <a:solidFill>
                  <a:schemeClr val="bg1">
                    <a:lumMod val="50000"/>
                  </a:schemeClr>
                </a:solidFill>
              </a:defRPr>
            </a:lvl4pPr>
            <a:lvl5pPr latinLnBrk="0">
              <a:defRPr lang="zh-CN" sz="825">
                <a:solidFill>
                  <a:schemeClr val="bg1">
                    <a:lumMod val="50000"/>
                  </a:schemeClr>
                </a:solidFill>
              </a:defRPr>
            </a:lvl5pPr>
          </a:lstStyle>
          <a:p>
            <a:pPr marL="0" lvl="0" indent="0">
              <a:lnSpc>
                <a:spcPct val="150000"/>
              </a:lnSpc>
              <a:spcAft>
                <a:spcPts val="900"/>
              </a:spcAft>
              <a:buNone/>
            </a:pPr>
            <a:r>
              <a:rPr lang="zh-CN" altLang="en-US" smtClean="0"/>
              <a:t>单击此处编辑母版文本样式</a:t>
            </a:r>
          </a:p>
          <a:p>
            <a:pPr marL="0" lvl="1" indent="0">
              <a:lnSpc>
                <a:spcPct val="150000"/>
              </a:lnSpc>
              <a:spcAft>
                <a:spcPts val="900"/>
              </a:spcAft>
              <a:buNone/>
            </a:pPr>
            <a:r>
              <a:rPr lang="zh-CN" altLang="en-US" smtClean="0"/>
              <a:t>第二级</a:t>
            </a:r>
          </a:p>
          <a:p>
            <a:pPr marL="0" lvl="2" indent="0">
              <a:lnSpc>
                <a:spcPct val="150000"/>
              </a:lnSpc>
              <a:spcAft>
                <a:spcPts val="900"/>
              </a:spcAft>
              <a:buNone/>
            </a:pPr>
            <a:r>
              <a:rPr lang="zh-CN" altLang="en-US" smtClean="0"/>
              <a:t>第三级</a:t>
            </a:r>
          </a:p>
          <a:p>
            <a:pPr marL="0" lvl="3" indent="0">
              <a:lnSpc>
                <a:spcPct val="150000"/>
              </a:lnSpc>
              <a:spcAft>
                <a:spcPts val="900"/>
              </a:spcAft>
              <a:buNone/>
            </a:pPr>
            <a:r>
              <a:rPr lang="zh-CN" altLang="en-US" smtClean="0"/>
              <a:t>第四级</a:t>
            </a:r>
          </a:p>
          <a:p>
            <a:pPr marL="0" lvl="4" indent="0">
              <a:lnSpc>
                <a:spcPct val="150000"/>
              </a:lnSpc>
              <a:spcAft>
                <a:spcPts val="900"/>
              </a:spcAft>
              <a:buNone/>
            </a:pPr>
            <a:r>
              <a:rPr lang="zh-CN" altLang="en-US" smtClean="0"/>
              <a:t>第五级</a:t>
            </a:r>
            <a:endParaRPr lang="zh-CN"/>
          </a:p>
        </p:txBody>
      </p:sp>
      <p:sp>
        <p:nvSpPr>
          <p:cNvPr id="4" name="内容占位符 3"/>
          <p:cNvSpPr>
            <a:spLocks noGrp="1"/>
          </p:cNvSpPr>
          <p:nvPr>
            <p:ph sz="half" idx="2"/>
          </p:nvPr>
        </p:nvSpPr>
        <p:spPr>
          <a:xfrm>
            <a:off x="4629151" y="1825625"/>
            <a:ext cx="3886200" cy="4351338"/>
          </a:xfrm>
        </p:spPr>
        <p:txBody>
          <a:bodyPr vert="horz" lIns="91440" tIns="45720" rIns="91440" bIns="45720" rtlCol="0">
            <a:normAutofit/>
          </a:bodyPr>
          <a:lstStyle>
            <a:lvl1pPr latinLnBrk="0">
              <a:defRPr lang="zh-CN" sz="1200">
                <a:solidFill>
                  <a:schemeClr val="bg1">
                    <a:lumMod val="50000"/>
                  </a:schemeClr>
                </a:solidFill>
              </a:defRPr>
            </a:lvl1pPr>
            <a:lvl2pPr latinLnBrk="0">
              <a:defRPr lang="zh-CN" sz="1050">
                <a:solidFill>
                  <a:schemeClr val="bg1">
                    <a:lumMod val="50000"/>
                  </a:schemeClr>
                </a:solidFill>
              </a:defRPr>
            </a:lvl2pPr>
            <a:lvl3pPr latinLnBrk="0">
              <a:defRPr lang="zh-CN" sz="900">
                <a:solidFill>
                  <a:schemeClr val="bg1">
                    <a:lumMod val="50000"/>
                  </a:schemeClr>
                </a:solidFill>
              </a:defRPr>
            </a:lvl3pPr>
            <a:lvl4pPr latinLnBrk="0">
              <a:defRPr lang="zh-CN" sz="825">
                <a:solidFill>
                  <a:schemeClr val="bg1">
                    <a:lumMod val="50000"/>
                  </a:schemeClr>
                </a:solidFill>
              </a:defRPr>
            </a:lvl4pPr>
            <a:lvl5pPr latinLnBrk="0">
              <a:defRPr lang="zh-CN" sz="825">
                <a:solidFill>
                  <a:schemeClr val="bg1">
                    <a:lumMod val="50000"/>
                  </a:schemeClr>
                </a:solidFill>
              </a:defRPr>
            </a:lvl5pPr>
          </a:lstStyle>
          <a:p>
            <a:pPr marL="0" lvl="0" indent="0">
              <a:lnSpc>
                <a:spcPct val="150000"/>
              </a:lnSpc>
              <a:spcAft>
                <a:spcPts val="900"/>
              </a:spcAft>
              <a:buNone/>
            </a:pPr>
            <a:r>
              <a:rPr lang="zh-CN" altLang="en-US" smtClean="0"/>
              <a:t>单击此处编辑母版文本样式</a:t>
            </a:r>
          </a:p>
          <a:p>
            <a:pPr marL="0" lvl="1" indent="0">
              <a:lnSpc>
                <a:spcPct val="150000"/>
              </a:lnSpc>
              <a:spcAft>
                <a:spcPts val="900"/>
              </a:spcAft>
              <a:buNone/>
            </a:pPr>
            <a:r>
              <a:rPr lang="zh-CN" altLang="en-US" smtClean="0"/>
              <a:t>第二级</a:t>
            </a:r>
          </a:p>
          <a:p>
            <a:pPr marL="0" lvl="2" indent="0">
              <a:lnSpc>
                <a:spcPct val="150000"/>
              </a:lnSpc>
              <a:spcAft>
                <a:spcPts val="900"/>
              </a:spcAft>
              <a:buNone/>
            </a:pPr>
            <a:r>
              <a:rPr lang="zh-CN" altLang="en-US" smtClean="0"/>
              <a:t>第三级</a:t>
            </a:r>
          </a:p>
          <a:p>
            <a:pPr marL="0" lvl="3" indent="0">
              <a:lnSpc>
                <a:spcPct val="150000"/>
              </a:lnSpc>
              <a:spcAft>
                <a:spcPts val="900"/>
              </a:spcAft>
              <a:buNone/>
            </a:pPr>
            <a:r>
              <a:rPr lang="zh-CN" altLang="en-US" smtClean="0"/>
              <a:t>第四级</a:t>
            </a:r>
          </a:p>
          <a:p>
            <a:pPr marL="0" lvl="4" indent="0">
              <a:lnSpc>
                <a:spcPct val="150000"/>
              </a:lnSpc>
              <a:spcAft>
                <a:spcPts val="900"/>
              </a:spcAft>
              <a:buNone/>
            </a:pPr>
            <a:r>
              <a:rPr lang="zh-CN" altLang="en-US" smtClean="0"/>
              <a:t>第五级</a:t>
            </a:r>
            <a:endParaRPr lang="zh-CN"/>
          </a:p>
        </p:txBody>
      </p:sp>
      <p:sp>
        <p:nvSpPr>
          <p:cNvPr id="5" name="日期占位符 4"/>
          <p:cNvSpPr>
            <a:spLocks noGrp="1"/>
          </p:cNvSpPr>
          <p:nvPr>
            <p:ph type="dt" sz="half" idx="10"/>
          </p:nvPr>
        </p:nvSpPr>
        <p:spPr/>
        <p:txBody>
          <a:bodyPr/>
          <a:lstStyle/>
          <a:p>
            <a:fld id="{8BEEBAAA-29B5-4AF5-BC5F-7E580C29002D}" type="datetimeFigureOut">
              <a:t>2014/5/12</a:t>
            </a:fld>
            <a:endParaRPr lang="zh-CN"/>
          </a:p>
        </p:txBody>
      </p:sp>
      <p:sp>
        <p:nvSpPr>
          <p:cNvPr id="6" name="页脚占位符 5"/>
          <p:cNvSpPr>
            <a:spLocks noGrp="1"/>
          </p:cNvSpPr>
          <p:nvPr>
            <p:ph type="ftr" sz="quarter" idx="11"/>
          </p:nvPr>
        </p:nvSpPr>
        <p:spPr/>
        <p:txBody>
          <a:bodyPr/>
          <a:lstStyle/>
          <a:p>
            <a:endParaRPr lang="zh-CN"/>
          </a:p>
        </p:txBody>
      </p:sp>
      <p:sp>
        <p:nvSpPr>
          <p:cNvPr id="7" name="幻灯片编号占位符 6"/>
          <p:cNvSpPr>
            <a:spLocks noGrp="1"/>
          </p:cNvSpPr>
          <p:nvPr>
            <p:ph type="sldNum" sz="quarter" idx="12"/>
          </p:nvPr>
        </p:nvSpPr>
        <p:spPr/>
        <p:txBody>
          <a:bodyPr/>
          <a:lstStyle/>
          <a:p>
            <a:fld id="{9860EDB8-5305-433F-BE41-D7A86D811DB3}" type="slidenum">
              <a:t>‹#›</a:t>
            </a:fld>
            <a:endParaRPr lang="zh-CN"/>
          </a:p>
        </p:txBody>
      </p:sp>
      <p:sp>
        <p:nvSpPr>
          <p:cNvPr id="9" name="矩形 8"/>
          <p:cNvSpPr/>
          <p:nvPr userDrawn="1"/>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332822388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10" name="矩形 9"/>
          <p:cNvSpPr/>
          <p:nvPr/>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457201" y="0"/>
            <a:ext cx="8053388" cy="1228436"/>
          </a:xfrm>
        </p:spPr>
        <p:txBody>
          <a:bodyPr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文本占位符 2"/>
          <p:cNvSpPr>
            <a:spLocks noGrp="1"/>
          </p:cNvSpPr>
          <p:nvPr>
            <p:ph type="body" idx="1"/>
          </p:nvPr>
        </p:nvSpPr>
        <p:spPr>
          <a:xfrm>
            <a:off x="623889" y="1489075"/>
            <a:ext cx="3867151" cy="641350"/>
          </a:xfrm>
        </p:spPr>
        <p:txBody>
          <a:bodyPr anchor="b"/>
          <a:lstStyle>
            <a:lvl1pPr marL="0" indent="0" latinLnBrk="0">
              <a:buNone/>
              <a:defRPr lang="zh-CN" sz="1800" b="1"/>
            </a:lvl1pPr>
            <a:lvl2pPr marL="342900" indent="0" latinLnBrk="0">
              <a:buNone/>
              <a:defRPr lang="zh-CN" sz="1500" b="1"/>
            </a:lvl2pPr>
            <a:lvl3pPr marL="685800" indent="0" latinLnBrk="0">
              <a:buNone/>
              <a:defRPr lang="zh-CN" sz="1350" b="1"/>
            </a:lvl3pPr>
            <a:lvl4pPr marL="1028700" indent="0" latinLnBrk="0">
              <a:buNone/>
              <a:defRPr lang="zh-CN" sz="1200" b="1"/>
            </a:lvl4pPr>
            <a:lvl5pPr marL="1371600" indent="0" latinLnBrk="0">
              <a:buNone/>
              <a:defRPr lang="zh-CN" sz="1200" b="1"/>
            </a:lvl5pPr>
            <a:lvl6pPr marL="1714500" indent="0" latinLnBrk="0">
              <a:buNone/>
              <a:defRPr lang="zh-CN" sz="1200" b="1"/>
            </a:lvl6pPr>
            <a:lvl7pPr marL="2057400" indent="0" latinLnBrk="0">
              <a:buNone/>
              <a:defRPr lang="zh-CN" sz="1200" b="1"/>
            </a:lvl7pPr>
            <a:lvl8pPr marL="2400300" indent="0" latinLnBrk="0">
              <a:buNone/>
              <a:defRPr lang="zh-CN" sz="1200" b="1"/>
            </a:lvl8pPr>
            <a:lvl9pPr marL="2743200" indent="0" latinLnBrk="0">
              <a:buNone/>
              <a:defRPr lang="zh-CN" sz="1200" b="1"/>
            </a:lvl9pPr>
          </a:lstStyle>
          <a:p>
            <a:pPr lvl="0"/>
            <a:r>
              <a:rPr lang="zh-CN" altLang="en-US" smtClean="0"/>
              <a:t>单击此处编辑母版文本样式</a:t>
            </a:r>
          </a:p>
        </p:txBody>
      </p:sp>
      <p:sp>
        <p:nvSpPr>
          <p:cNvPr id="4" name="内容占位符 3"/>
          <p:cNvSpPr>
            <a:spLocks noGrp="1"/>
          </p:cNvSpPr>
          <p:nvPr>
            <p:ph sz="half" idx="2"/>
          </p:nvPr>
        </p:nvSpPr>
        <p:spPr>
          <a:xfrm>
            <a:off x="623889" y="2193929"/>
            <a:ext cx="3867151" cy="3978275"/>
          </a:xfrm>
        </p:spPr>
        <p:txBody>
          <a:bodyPr vert="horz" lIns="91440" tIns="45720" rIns="91440" bIns="45720" rtlCol="0">
            <a:normAutofit/>
          </a:bodyPr>
          <a:lstStyle>
            <a:lvl1pPr latinLnBrk="0">
              <a:defRPr lang="zh-CN" sz="1200">
                <a:solidFill>
                  <a:schemeClr val="bg1">
                    <a:lumMod val="50000"/>
                  </a:schemeClr>
                </a:solidFill>
              </a:defRPr>
            </a:lvl1pPr>
            <a:lvl2pPr latinLnBrk="0">
              <a:defRPr lang="zh-CN" sz="1050">
                <a:solidFill>
                  <a:schemeClr val="bg1">
                    <a:lumMod val="50000"/>
                  </a:schemeClr>
                </a:solidFill>
              </a:defRPr>
            </a:lvl2pPr>
            <a:lvl3pPr latinLnBrk="0">
              <a:defRPr lang="zh-CN" sz="900">
                <a:solidFill>
                  <a:schemeClr val="bg1">
                    <a:lumMod val="50000"/>
                  </a:schemeClr>
                </a:solidFill>
              </a:defRPr>
            </a:lvl3pPr>
            <a:lvl4pPr latinLnBrk="0">
              <a:defRPr lang="zh-CN" sz="825">
                <a:solidFill>
                  <a:schemeClr val="bg1">
                    <a:lumMod val="50000"/>
                  </a:schemeClr>
                </a:solidFill>
              </a:defRPr>
            </a:lvl4pPr>
            <a:lvl5pPr latinLnBrk="0">
              <a:defRPr lang="zh-CN" sz="825">
                <a:solidFill>
                  <a:schemeClr val="bg1">
                    <a:lumMod val="50000"/>
                  </a:schemeClr>
                </a:solidFill>
              </a:defRPr>
            </a:lvl5pPr>
          </a:lstStyle>
          <a:p>
            <a:pPr marL="0" lvl="0" indent="0">
              <a:lnSpc>
                <a:spcPct val="150000"/>
              </a:lnSpc>
              <a:spcAft>
                <a:spcPts val="900"/>
              </a:spcAft>
              <a:buNone/>
            </a:pPr>
            <a:r>
              <a:rPr lang="zh-CN" altLang="en-US" smtClean="0"/>
              <a:t>单击此处编辑母版文本样式</a:t>
            </a:r>
          </a:p>
          <a:p>
            <a:pPr marL="0" lvl="1" indent="0">
              <a:lnSpc>
                <a:spcPct val="150000"/>
              </a:lnSpc>
              <a:spcAft>
                <a:spcPts val="900"/>
              </a:spcAft>
              <a:buNone/>
            </a:pPr>
            <a:r>
              <a:rPr lang="zh-CN" altLang="en-US" smtClean="0"/>
              <a:t>第二级</a:t>
            </a:r>
          </a:p>
          <a:p>
            <a:pPr marL="0" lvl="2" indent="0">
              <a:lnSpc>
                <a:spcPct val="150000"/>
              </a:lnSpc>
              <a:spcAft>
                <a:spcPts val="900"/>
              </a:spcAft>
              <a:buNone/>
            </a:pPr>
            <a:r>
              <a:rPr lang="zh-CN" altLang="en-US" smtClean="0"/>
              <a:t>第三级</a:t>
            </a:r>
          </a:p>
          <a:p>
            <a:pPr marL="0" lvl="3" indent="0">
              <a:lnSpc>
                <a:spcPct val="150000"/>
              </a:lnSpc>
              <a:spcAft>
                <a:spcPts val="900"/>
              </a:spcAft>
              <a:buNone/>
            </a:pPr>
            <a:r>
              <a:rPr lang="zh-CN" altLang="en-US" smtClean="0"/>
              <a:t>第四级</a:t>
            </a:r>
          </a:p>
          <a:p>
            <a:pPr marL="0" lvl="4" indent="0">
              <a:lnSpc>
                <a:spcPct val="150000"/>
              </a:lnSpc>
              <a:spcAft>
                <a:spcPts val="900"/>
              </a:spcAft>
              <a:buNone/>
            </a:pPr>
            <a:r>
              <a:rPr lang="zh-CN" altLang="en-US" smtClean="0"/>
              <a:t>第五级</a:t>
            </a:r>
            <a:endParaRPr lang="zh-CN"/>
          </a:p>
        </p:txBody>
      </p:sp>
      <p:sp>
        <p:nvSpPr>
          <p:cNvPr id="5" name="文本占位符 4"/>
          <p:cNvSpPr>
            <a:spLocks noGrp="1"/>
          </p:cNvSpPr>
          <p:nvPr>
            <p:ph type="body" sz="quarter" idx="3"/>
          </p:nvPr>
        </p:nvSpPr>
        <p:spPr>
          <a:xfrm>
            <a:off x="4642249" y="1489075"/>
            <a:ext cx="3868340" cy="641350"/>
          </a:xfrm>
        </p:spPr>
        <p:txBody>
          <a:bodyPr anchor="b"/>
          <a:lstStyle>
            <a:lvl1pPr marL="0" indent="0" latinLnBrk="0">
              <a:buNone/>
              <a:defRPr lang="zh-CN" sz="1800" b="1"/>
            </a:lvl1pPr>
            <a:lvl2pPr marL="342900" indent="0" latinLnBrk="0">
              <a:buNone/>
              <a:defRPr lang="zh-CN" sz="1500" b="1"/>
            </a:lvl2pPr>
            <a:lvl3pPr marL="685800" indent="0" latinLnBrk="0">
              <a:buNone/>
              <a:defRPr lang="zh-CN" sz="1350" b="1"/>
            </a:lvl3pPr>
            <a:lvl4pPr marL="1028700" indent="0" latinLnBrk="0">
              <a:buNone/>
              <a:defRPr lang="zh-CN" sz="1200" b="1"/>
            </a:lvl4pPr>
            <a:lvl5pPr marL="1371600" indent="0" latinLnBrk="0">
              <a:buNone/>
              <a:defRPr lang="zh-CN" sz="1200" b="1"/>
            </a:lvl5pPr>
            <a:lvl6pPr marL="1714500" indent="0" latinLnBrk="0">
              <a:buNone/>
              <a:defRPr lang="zh-CN" sz="1200" b="1"/>
            </a:lvl6pPr>
            <a:lvl7pPr marL="2057400" indent="0" latinLnBrk="0">
              <a:buNone/>
              <a:defRPr lang="zh-CN" sz="1200" b="1"/>
            </a:lvl7pPr>
            <a:lvl8pPr marL="2400300" indent="0" latinLnBrk="0">
              <a:buNone/>
              <a:defRPr lang="zh-CN" sz="1200" b="1"/>
            </a:lvl8pPr>
            <a:lvl9pPr marL="2743200" indent="0" latinLnBrk="0">
              <a:buNone/>
              <a:defRPr lang="zh-CN" sz="1200" b="1"/>
            </a:lvl9pPr>
          </a:lstStyle>
          <a:p>
            <a:pPr lvl="0"/>
            <a:r>
              <a:rPr lang="zh-CN" altLang="en-US" smtClean="0"/>
              <a:t>单击此处编辑母版文本样式</a:t>
            </a:r>
          </a:p>
        </p:txBody>
      </p:sp>
      <p:sp>
        <p:nvSpPr>
          <p:cNvPr id="6" name="内容占位符 5"/>
          <p:cNvSpPr>
            <a:spLocks noGrp="1"/>
          </p:cNvSpPr>
          <p:nvPr>
            <p:ph sz="quarter" idx="4"/>
          </p:nvPr>
        </p:nvSpPr>
        <p:spPr>
          <a:xfrm>
            <a:off x="4642249" y="2193929"/>
            <a:ext cx="3868340" cy="3978275"/>
          </a:xfrm>
        </p:spPr>
        <p:txBody>
          <a:bodyPr vert="horz" lIns="91440" tIns="45720" rIns="91440" bIns="45720" rtlCol="0">
            <a:normAutofit/>
          </a:bodyPr>
          <a:lstStyle>
            <a:lvl1pPr latinLnBrk="0">
              <a:defRPr lang="zh-CN" sz="1200">
                <a:solidFill>
                  <a:schemeClr val="bg1">
                    <a:lumMod val="50000"/>
                  </a:schemeClr>
                </a:solidFill>
              </a:defRPr>
            </a:lvl1pPr>
            <a:lvl2pPr latinLnBrk="0">
              <a:defRPr lang="zh-CN" sz="1050">
                <a:solidFill>
                  <a:schemeClr val="bg1">
                    <a:lumMod val="50000"/>
                  </a:schemeClr>
                </a:solidFill>
              </a:defRPr>
            </a:lvl2pPr>
            <a:lvl3pPr latinLnBrk="0">
              <a:defRPr lang="zh-CN" sz="900">
                <a:solidFill>
                  <a:schemeClr val="bg1">
                    <a:lumMod val="50000"/>
                  </a:schemeClr>
                </a:solidFill>
              </a:defRPr>
            </a:lvl3pPr>
            <a:lvl4pPr latinLnBrk="0">
              <a:defRPr lang="zh-CN" sz="825">
                <a:solidFill>
                  <a:schemeClr val="bg1">
                    <a:lumMod val="50000"/>
                  </a:schemeClr>
                </a:solidFill>
              </a:defRPr>
            </a:lvl4pPr>
            <a:lvl5pPr latinLnBrk="0">
              <a:defRPr lang="zh-CN" sz="825">
                <a:solidFill>
                  <a:schemeClr val="bg1">
                    <a:lumMod val="50000"/>
                  </a:schemeClr>
                </a:solidFill>
              </a:defRPr>
            </a:lvl5pPr>
          </a:lstStyle>
          <a:p>
            <a:pPr marL="0" lvl="0" indent="0">
              <a:lnSpc>
                <a:spcPct val="150000"/>
              </a:lnSpc>
              <a:spcAft>
                <a:spcPts val="900"/>
              </a:spcAft>
              <a:buNone/>
            </a:pPr>
            <a:r>
              <a:rPr lang="zh-CN" altLang="en-US" smtClean="0"/>
              <a:t>单击此处编辑母版文本样式</a:t>
            </a:r>
          </a:p>
          <a:p>
            <a:pPr marL="0" lvl="1" indent="0">
              <a:lnSpc>
                <a:spcPct val="150000"/>
              </a:lnSpc>
              <a:spcAft>
                <a:spcPts val="900"/>
              </a:spcAft>
              <a:buNone/>
            </a:pPr>
            <a:r>
              <a:rPr lang="zh-CN" altLang="en-US" smtClean="0"/>
              <a:t>第二级</a:t>
            </a:r>
          </a:p>
          <a:p>
            <a:pPr marL="0" lvl="2" indent="0">
              <a:lnSpc>
                <a:spcPct val="150000"/>
              </a:lnSpc>
              <a:spcAft>
                <a:spcPts val="900"/>
              </a:spcAft>
              <a:buNone/>
            </a:pPr>
            <a:r>
              <a:rPr lang="zh-CN" altLang="en-US" smtClean="0"/>
              <a:t>第三级</a:t>
            </a:r>
          </a:p>
          <a:p>
            <a:pPr marL="0" lvl="3" indent="0">
              <a:lnSpc>
                <a:spcPct val="150000"/>
              </a:lnSpc>
              <a:spcAft>
                <a:spcPts val="900"/>
              </a:spcAft>
              <a:buNone/>
            </a:pPr>
            <a:r>
              <a:rPr lang="zh-CN" altLang="en-US" smtClean="0"/>
              <a:t>第四级</a:t>
            </a:r>
          </a:p>
          <a:p>
            <a:pPr marL="0" lvl="4" indent="0">
              <a:lnSpc>
                <a:spcPct val="150000"/>
              </a:lnSpc>
              <a:spcAft>
                <a:spcPts val="900"/>
              </a:spcAft>
              <a:buNone/>
            </a:pPr>
            <a:r>
              <a:rPr lang="zh-CN" altLang="en-US" smtClean="0"/>
              <a:t>第五级</a:t>
            </a:r>
            <a:endParaRPr lang="zh-CN"/>
          </a:p>
        </p:txBody>
      </p:sp>
      <p:sp>
        <p:nvSpPr>
          <p:cNvPr id="7" name="日期占位符 6"/>
          <p:cNvSpPr>
            <a:spLocks noGrp="1"/>
          </p:cNvSpPr>
          <p:nvPr>
            <p:ph type="dt" sz="half" idx="10"/>
          </p:nvPr>
        </p:nvSpPr>
        <p:spPr/>
        <p:txBody>
          <a:bodyPr/>
          <a:lstStyle/>
          <a:p>
            <a:fld id="{8BEEBAAA-29B5-4AF5-BC5F-7E580C29002D}" type="datetimeFigureOut">
              <a:t>2014/5/12</a:t>
            </a:fld>
            <a:endParaRPr lang="zh-CN"/>
          </a:p>
        </p:txBody>
      </p:sp>
      <p:sp>
        <p:nvSpPr>
          <p:cNvPr id="8" name="页脚占位符 7"/>
          <p:cNvSpPr>
            <a:spLocks noGrp="1"/>
          </p:cNvSpPr>
          <p:nvPr>
            <p:ph type="ftr" sz="quarter" idx="11"/>
          </p:nvPr>
        </p:nvSpPr>
        <p:spPr/>
        <p:txBody>
          <a:bodyPr/>
          <a:lstStyle/>
          <a:p>
            <a:endParaRPr lang="zh-CN"/>
          </a:p>
        </p:txBody>
      </p:sp>
      <p:sp>
        <p:nvSpPr>
          <p:cNvPr id="9" name="幻灯片编号占位符 8"/>
          <p:cNvSpPr>
            <a:spLocks noGrp="1"/>
          </p:cNvSpPr>
          <p:nvPr>
            <p:ph type="sldNum" sz="quarter" idx="12"/>
          </p:nvPr>
        </p:nvSpPr>
        <p:spPr/>
        <p:txBody>
          <a:bodyPr/>
          <a:lstStyle/>
          <a:p>
            <a:fld id="{9860EDB8-5305-433F-BE41-D7A86D811DB3}" type="slidenum">
              <a:t>‹#›</a:t>
            </a:fld>
            <a:endParaRPr lang="zh-CN"/>
          </a:p>
        </p:txBody>
      </p:sp>
      <p:sp>
        <p:nvSpPr>
          <p:cNvPr id="11" name="矩形 10"/>
          <p:cNvSpPr/>
          <p:nvPr userDrawn="1"/>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360602981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6" name="矩形 5"/>
          <p:cNvSpPr/>
          <p:nvPr/>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457201" y="1"/>
            <a:ext cx="8058151" cy="1228436"/>
          </a:xfrm>
        </p:spPr>
        <p:txBody>
          <a:bodyPr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日期占位符 2"/>
          <p:cNvSpPr>
            <a:spLocks noGrp="1"/>
          </p:cNvSpPr>
          <p:nvPr>
            <p:ph type="dt" sz="half" idx="10"/>
          </p:nvPr>
        </p:nvSpPr>
        <p:spPr/>
        <p:txBody>
          <a:bodyPr/>
          <a:lstStyle/>
          <a:p>
            <a:fld id="{8BEEBAAA-29B5-4AF5-BC5F-7E580C29002D}" type="datetimeFigureOut">
              <a:t>2014/5/12</a:t>
            </a:fld>
            <a:endParaRPr lang="zh-CN"/>
          </a:p>
        </p:txBody>
      </p:sp>
      <p:sp>
        <p:nvSpPr>
          <p:cNvPr id="4" name="页脚占位符 3"/>
          <p:cNvSpPr>
            <a:spLocks noGrp="1"/>
          </p:cNvSpPr>
          <p:nvPr>
            <p:ph type="ftr" sz="quarter" idx="11"/>
          </p:nvPr>
        </p:nvSpPr>
        <p:spPr/>
        <p:txBody>
          <a:bodyPr/>
          <a:lstStyle/>
          <a:p>
            <a:endParaRPr lang="zh-CN"/>
          </a:p>
        </p:txBody>
      </p:sp>
      <p:sp>
        <p:nvSpPr>
          <p:cNvPr id="5" name="幻灯片编号占位符 4"/>
          <p:cNvSpPr>
            <a:spLocks noGrp="1"/>
          </p:cNvSpPr>
          <p:nvPr>
            <p:ph type="sldNum" sz="quarter" idx="12"/>
          </p:nvPr>
        </p:nvSpPr>
        <p:spPr/>
        <p:txBody>
          <a:bodyPr/>
          <a:lstStyle/>
          <a:p>
            <a:fld id="{9860EDB8-5305-433F-BE41-D7A86D811DB3}" type="slidenum">
              <a:t>‹#›</a:t>
            </a:fld>
            <a:endParaRPr lang="zh-CN"/>
          </a:p>
        </p:txBody>
      </p:sp>
      <p:sp>
        <p:nvSpPr>
          <p:cNvPr id="7" name="矩形 6"/>
          <p:cNvSpPr/>
          <p:nvPr userDrawn="1"/>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10081448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BEEBAAA-29B5-4AF5-BC5F-7E580C29002D}" type="datetimeFigureOut">
              <a:t>2014/5/12</a:t>
            </a:fld>
            <a:endParaRPr lang="zh-CN"/>
          </a:p>
        </p:txBody>
      </p:sp>
      <p:sp>
        <p:nvSpPr>
          <p:cNvPr id="3" name="页脚占位符 2"/>
          <p:cNvSpPr>
            <a:spLocks noGrp="1"/>
          </p:cNvSpPr>
          <p:nvPr>
            <p:ph type="ftr" sz="quarter" idx="11"/>
          </p:nvPr>
        </p:nvSpPr>
        <p:spPr/>
        <p:txBody>
          <a:bodyPr/>
          <a:lstStyle/>
          <a:p>
            <a:endParaRPr lang="zh-CN"/>
          </a:p>
        </p:txBody>
      </p:sp>
      <p:sp>
        <p:nvSpPr>
          <p:cNvPr id="4" name="幻灯片编号占位符 3"/>
          <p:cNvSpPr>
            <a:spLocks noGrp="1"/>
          </p:cNvSpPr>
          <p:nvPr>
            <p:ph type="sldNum" sz="quarter" idx="12"/>
          </p:nvPr>
        </p:nvSpPr>
        <p:spPr/>
        <p:txBody>
          <a:bodyPr/>
          <a:lstStyle/>
          <a:p>
            <a:fld id="{9860EDB8-5305-433F-BE41-D7A86D811DB3}" type="slidenum">
              <a:t>‹#›</a:t>
            </a:fld>
            <a:endParaRPr lang="zh-CN"/>
          </a:p>
        </p:txBody>
      </p:sp>
    </p:spTree>
    <p:extLst>
      <p:ext uri="{BB962C8B-B14F-4D97-AF65-F5344CB8AC3E}">
        <p14:creationId xmlns:p14="http://schemas.microsoft.com/office/powerpoint/2010/main" val="403743205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题注">
    <p:spTree>
      <p:nvGrpSpPr>
        <p:cNvPr id="1" name=""/>
        <p:cNvGrpSpPr/>
        <p:nvPr/>
      </p:nvGrpSpPr>
      <p:grpSpPr>
        <a:xfrm>
          <a:off x="0" y="0"/>
          <a:ext cx="0" cy="0"/>
          <a:chOff x="0" y="0"/>
          <a:chExt cx="0" cy="0"/>
        </a:xfrm>
      </p:grpSpPr>
      <p:sp>
        <p:nvSpPr>
          <p:cNvPr id="2" name="标题 1"/>
          <p:cNvSpPr>
            <a:spLocks noGrp="1"/>
          </p:cNvSpPr>
          <p:nvPr>
            <p:ph type="title"/>
          </p:nvPr>
        </p:nvSpPr>
        <p:spPr>
          <a:xfrm>
            <a:off x="629843" y="457200"/>
            <a:ext cx="2949177" cy="1600200"/>
          </a:xfrm>
        </p:spPr>
        <p:txBody>
          <a:bodyPr anchor="b"/>
          <a:lstStyle>
            <a:lvl1pPr latinLnBrk="0">
              <a:defRPr lang="zh-CN" sz="2400"/>
            </a:lvl1pPr>
          </a:lstStyle>
          <a:p>
            <a:r>
              <a:rPr lang="zh-CN" altLang="en-US" smtClean="0"/>
              <a:t>单击此处编辑母版标题样式</a:t>
            </a:r>
            <a:endParaRPr lang="zh-CN"/>
          </a:p>
        </p:txBody>
      </p:sp>
      <p:sp>
        <p:nvSpPr>
          <p:cNvPr id="3" name="内容占位符 2"/>
          <p:cNvSpPr>
            <a:spLocks noGrp="1"/>
          </p:cNvSpPr>
          <p:nvPr>
            <p:ph idx="1"/>
          </p:nvPr>
        </p:nvSpPr>
        <p:spPr>
          <a:xfrm>
            <a:off x="3887391" y="987429"/>
            <a:ext cx="4629151" cy="4873625"/>
          </a:xfrm>
        </p:spPr>
        <p:txBody>
          <a:bodyPr vert="horz" lIns="91440" tIns="45720" rIns="91440" bIns="45720" rtlCol="0">
            <a:normAutofit/>
          </a:bodyPr>
          <a:lstStyle>
            <a:lvl1pPr latinLnBrk="0">
              <a:defRPr lang="zh-CN" sz="1200">
                <a:solidFill>
                  <a:schemeClr val="bg1">
                    <a:lumMod val="50000"/>
                  </a:schemeClr>
                </a:solidFill>
              </a:defRPr>
            </a:lvl1pPr>
            <a:lvl2pPr latinLnBrk="0">
              <a:defRPr lang="zh-CN" sz="1050">
                <a:solidFill>
                  <a:schemeClr val="bg1">
                    <a:lumMod val="50000"/>
                  </a:schemeClr>
                </a:solidFill>
              </a:defRPr>
            </a:lvl2pPr>
            <a:lvl3pPr latinLnBrk="0">
              <a:defRPr lang="zh-CN" sz="900">
                <a:solidFill>
                  <a:schemeClr val="bg1">
                    <a:lumMod val="50000"/>
                  </a:schemeClr>
                </a:solidFill>
              </a:defRPr>
            </a:lvl3pPr>
            <a:lvl4pPr latinLnBrk="0">
              <a:defRPr lang="zh-CN" sz="825">
                <a:solidFill>
                  <a:schemeClr val="bg1">
                    <a:lumMod val="50000"/>
                  </a:schemeClr>
                </a:solidFill>
              </a:defRPr>
            </a:lvl4pPr>
            <a:lvl5pPr latinLnBrk="0">
              <a:defRPr lang="zh-CN" sz="825">
                <a:solidFill>
                  <a:schemeClr val="bg1">
                    <a:lumMod val="50000"/>
                  </a:schemeClr>
                </a:solidFill>
              </a:defRPr>
            </a:lvl5pPr>
          </a:lstStyle>
          <a:p>
            <a:pPr marL="0" lvl="0" indent="0">
              <a:lnSpc>
                <a:spcPct val="150000"/>
              </a:lnSpc>
              <a:spcAft>
                <a:spcPts val="900"/>
              </a:spcAft>
              <a:buNone/>
            </a:pPr>
            <a:r>
              <a:rPr lang="zh-CN" altLang="en-US" smtClean="0"/>
              <a:t>单击此处编辑母版文本样式</a:t>
            </a:r>
          </a:p>
          <a:p>
            <a:pPr marL="0" lvl="1" indent="0">
              <a:lnSpc>
                <a:spcPct val="150000"/>
              </a:lnSpc>
              <a:spcAft>
                <a:spcPts val="900"/>
              </a:spcAft>
              <a:buNone/>
            </a:pPr>
            <a:r>
              <a:rPr lang="zh-CN" altLang="en-US" smtClean="0"/>
              <a:t>第二级</a:t>
            </a:r>
          </a:p>
          <a:p>
            <a:pPr marL="0" lvl="2" indent="0">
              <a:lnSpc>
                <a:spcPct val="150000"/>
              </a:lnSpc>
              <a:spcAft>
                <a:spcPts val="900"/>
              </a:spcAft>
              <a:buNone/>
            </a:pPr>
            <a:r>
              <a:rPr lang="zh-CN" altLang="en-US" smtClean="0"/>
              <a:t>第三级</a:t>
            </a:r>
          </a:p>
          <a:p>
            <a:pPr marL="0" lvl="3" indent="0">
              <a:lnSpc>
                <a:spcPct val="150000"/>
              </a:lnSpc>
              <a:spcAft>
                <a:spcPts val="900"/>
              </a:spcAft>
              <a:buNone/>
            </a:pPr>
            <a:r>
              <a:rPr lang="zh-CN" altLang="en-US" smtClean="0"/>
              <a:t>第四级</a:t>
            </a:r>
          </a:p>
          <a:p>
            <a:pPr marL="0" lvl="4" indent="0">
              <a:lnSpc>
                <a:spcPct val="150000"/>
              </a:lnSpc>
              <a:spcAft>
                <a:spcPts val="900"/>
              </a:spcAft>
              <a:buNone/>
            </a:pPr>
            <a:r>
              <a:rPr lang="zh-CN" altLang="en-US" smtClean="0"/>
              <a:t>第五级</a:t>
            </a:r>
            <a:endParaRPr lang="zh-CN"/>
          </a:p>
        </p:txBody>
      </p:sp>
      <p:sp>
        <p:nvSpPr>
          <p:cNvPr id="4" name="文本占位符 3"/>
          <p:cNvSpPr>
            <a:spLocks noGrp="1"/>
          </p:cNvSpPr>
          <p:nvPr>
            <p:ph type="body" sz="half" idx="2"/>
          </p:nvPr>
        </p:nvSpPr>
        <p:spPr>
          <a:xfrm>
            <a:off x="629843" y="2101850"/>
            <a:ext cx="2949177" cy="3759200"/>
          </a:xfrm>
        </p:spPr>
        <p:txBody>
          <a:bodyPr/>
          <a:lstStyle>
            <a:lvl1pPr marL="0" indent="0" latinLnBrk="0">
              <a:buNone/>
              <a:defRPr lang="zh-CN" sz="1200"/>
            </a:lvl1pPr>
            <a:lvl2pPr marL="342900" indent="0" latinLnBrk="0">
              <a:buNone/>
              <a:defRPr lang="zh-CN" sz="1050"/>
            </a:lvl2pPr>
            <a:lvl3pPr marL="685800" indent="0" latinLnBrk="0">
              <a:buNone/>
              <a:defRPr lang="zh-CN" sz="900"/>
            </a:lvl3pPr>
            <a:lvl4pPr marL="1028700" indent="0" latinLnBrk="0">
              <a:buNone/>
              <a:defRPr lang="zh-CN" sz="750"/>
            </a:lvl4pPr>
            <a:lvl5pPr marL="1371600" indent="0" latinLnBrk="0">
              <a:buNone/>
              <a:defRPr lang="zh-CN" sz="750"/>
            </a:lvl5pPr>
            <a:lvl6pPr marL="1714500" indent="0" latinLnBrk="0">
              <a:buNone/>
              <a:defRPr lang="zh-CN" sz="750"/>
            </a:lvl6pPr>
            <a:lvl7pPr marL="2057400" indent="0" latinLnBrk="0">
              <a:buNone/>
              <a:defRPr lang="zh-CN" sz="750"/>
            </a:lvl7pPr>
            <a:lvl8pPr marL="2400300" indent="0" latinLnBrk="0">
              <a:buNone/>
              <a:defRPr lang="zh-CN" sz="750"/>
            </a:lvl8pPr>
            <a:lvl9pPr marL="2743200" indent="0" latinLnBrk="0">
              <a:buNone/>
              <a:defRPr lang="zh-CN" sz="750"/>
            </a:lvl9pPr>
          </a:lstStyle>
          <a:p>
            <a:pPr lvl="0"/>
            <a:r>
              <a:rPr lang="zh-CN" altLang="en-US" smtClean="0"/>
              <a:t>单击此处编辑母版文本样式</a:t>
            </a:r>
          </a:p>
        </p:txBody>
      </p:sp>
      <p:sp>
        <p:nvSpPr>
          <p:cNvPr id="5" name="日期占位符 4"/>
          <p:cNvSpPr>
            <a:spLocks noGrp="1"/>
          </p:cNvSpPr>
          <p:nvPr>
            <p:ph type="dt" sz="half" idx="10"/>
          </p:nvPr>
        </p:nvSpPr>
        <p:spPr/>
        <p:txBody>
          <a:bodyPr/>
          <a:lstStyle/>
          <a:p>
            <a:fld id="{8BEEBAAA-29B5-4AF5-BC5F-7E580C29002D}" type="datetimeFigureOut">
              <a:t>2014/5/12</a:t>
            </a:fld>
            <a:endParaRPr lang="zh-CN"/>
          </a:p>
        </p:txBody>
      </p:sp>
      <p:sp>
        <p:nvSpPr>
          <p:cNvPr id="6" name="页脚占位符 5"/>
          <p:cNvSpPr>
            <a:spLocks noGrp="1"/>
          </p:cNvSpPr>
          <p:nvPr>
            <p:ph type="ftr" sz="quarter" idx="11"/>
          </p:nvPr>
        </p:nvSpPr>
        <p:spPr/>
        <p:txBody>
          <a:bodyPr/>
          <a:lstStyle/>
          <a:p>
            <a:endParaRPr lang="zh-CN"/>
          </a:p>
        </p:txBody>
      </p:sp>
      <p:sp>
        <p:nvSpPr>
          <p:cNvPr id="7" name="幻灯片编号占位符 6"/>
          <p:cNvSpPr>
            <a:spLocks noGrp="1"/>
          </p:cNvSpPr>
          <p:nvPr>
            <p:ph type="sldNum" sz="quarter" idx="12"/>
          </p:nvPr>
        </p:nvSpPr>
        <p:spPr/>
        <p:txBody>
          <a:bodyPr/>
          <a:lstStyle/>
          <a:p>
            <a:fld id="{9860EDB8-5305-433F-BE41-D7A86D811DB3}" type="slidenum">
              <a:t>‹#›</a:t>
            </a:fld>
            <a:endParaRPr lang="zh-CN"/>
          </a:p>
        </p:txBody>
      </p:sp>
    </p:spTree>
    <p:extLst>
      <p:ext uri="{BB962C8B-B14F-4D97-AF65-F5344CB8AC3E}">
        <p14:creationId xmlns:p14="http://schemas.microsoft.com/office/powerpoint/2010/main" val="17841938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题注">
    <p:spTree>
      <p:nvGrpSpPr>
        <p:cNvPr id="1" name=""/>
        <p:cNvGrpSpPr/>
        <p:nvPr/>
      </p:nvGrpSpPr>
      <p:grpSpPr>
        <a:xfrm>
          <a:off x="0" y="0"/>
          <a:ext cx="0" cy="0"/>
          <a:chOff x="0" y="0"/>
          <a:chExt cx="0" cy="0"/>
        </a:xfrm>
      </p:grpSpPr>
      <p:sp>
        <p:nvSpPr>
          <p:cNvPr id="2" name="标题 1"/>
          <p:cNvSpPr>
            <a:spLocks noGrp="1"/>
          </p:cNvSpPr>
          <p:nvPr>
            <p:ph type="title"/>
          </p:nvPr>
        </p:nvSpPr>
        <p:spPr>
          <a:xfrm>
            <a:off x="629843" y="457200"/>
            <a:ext cx="2949177" cy="1600200"/>
          </a:xfrm>
        </p:spPr>
        <p:txBody>
          <a:bodyPr anchor="b"/>
          <a:lstStyle>
            <a:lvl1pPr latinLnBrk="0">
              <a:defRPr lang="zh-CN" sz="2400"/>
            </a:lvl1pPr>
          </a:lstStyle>
          <a:p>
            <a:r>
              <a:rPr lang="zh-CN" altLang="en-US" smtClean="0"/>
              <a:t>单击此处编辑母版标题样式</a:t>
            </a:r>
            <a:endParaRPr lang="zh-CN"/>
          </a:p>
        </p:txBody>
      </p:sp>
      <p:sp>
        <p:nvSpPr>
          <p:cNvPr id="3" name="图片占位符 2"/>
          <p:cNvSpPr>
            <a:spLocks noGrp="1"/>
          </p:cNvSpPr>
          <p:nvPr>
            <p:ph type="pic" idx="1"/>
          </p:nvPr>
        </p:nvSpPr>
        <p:spPr>
          <a:xfrm>
            <a:off x="3887391" y="987429"/>
            <a:ext cx="4629151" cy="4873625"/>
          </a:xfrm>
        </p:spPr>
        <p:txBody>
          <a:bodyPr/>
          <a:lstStyle>
            <a:lvl1pPr marL="0" indent="0" latinLnBrk="0">
              <a:buNone/>
              <a:defRPr lang="zh-CN" sz="2400"/>
            </a:lvl1pPr>
            <a:lvl2pPr marL="342900" indent="0" latinLnBrk="0">
              <a:buNone/>
              <a:defRPr lang="zh-CN" sz="2100"/>
            </a:lvl2pPr>
            <a:lvl3pPr marL="685800" indent="0" latinLnBrk="0">
              <a:buNone/>
              <a:defRPr lang="zh-CN" sz="1800"/>
            </a:lvl3pPr>
            <a:lvl4pPr marL="1028700" indent="0" latinLnBrk="0">
              <a:buNone/>
              <a:defRPr lang="zh-CN" sz="1500"/>
            </a:lvl4pPr>
            <a:lvl5pPr marL="1371600" indent="0" latinLnBrk="0">
              <a:buNone/>
              <a:defRPr lang="zh-CN" sz="1500"/>
            </a:lvl5pPr>
            <a:lvl6pPr marL="1714500" indent="0" latinLnBrk="0">
              <a:buNone/>
              <a:defRPr lang="zh-CN" sz="1500"/>
            </a:lvl6pPr>
            <a:lvl7pPr marL="2057400" indent="0" latinLnBrk="0">
              <a:buNone/>
              <a:defRPr lang="zh-CN" sz="1500"/>
            </a:lvl7pPr>
            <a:lvl8pPr marL="2400300" indent="0" latinLnBrk="0">
              <a:buNone/>
              <a:defRPr lang="zh-CN" sz="1500"/>
            </a:lvl8pPr>
            <a:lvl9pPr marL="2743200" indent="0" latinLnBrk="0">
              <a:buNone/>
              <a:defRPr lang="zh-CN" sz="1500"/>
            </a:lvl9pPr>
          </a:lstStyle>
          <a:p>
            <a:r>
              <a:rPr lang="zh-CN" altLang="en-US" smtClean="0"/>
              <a:t>单击图标添加图片</a:t>
            </a:r>
            <a:endParaRPr lang="zh-CN"/>
          </a:p>
        </p:txBody>
      </p:sp>
      <p:sp>
        <p:nvSpPr>
          <p:cNvPr id="4" name="文本占位符 3"/>
          <p:cNvSpPr>
            <a:spLocks noGrp="1"/>
          </p:cNvSpPr>
          <p:nvPr>
            <p:ph type="body" sz="half" idx="2"/>
          </p:nvPr>
        </p:nvSpPr>
        <p:spPr>
          <a:xfrm>
            <a:off x="629843" y="2101850"/>
            <a:ext cx="2949177" cy="3759200"/>
          </a:xfrm>
        </p:spPr>
        <p:txBody>
          <a:bodyPr/>
          <a:lstStyle>
            <a:lvl1pPr marL="0" indent="0" latinLnBrk="0">
              <a:buNone/>
              <a:defRPr lang="zh-CN" sz="1200"/>
            </a:lvl1pPr>
            <a:lvl2pPr marL="342900" indent="0" latinLnBrk="0">
              <a:buNone/>
              <a:defRPr lang="zh-CN" sz="1050"/>
            </a:lvl2pPr>
            <a:lvl3pPr marL="685800" indent="0" latinLnBrk="0">
              <a:buNone/>
              <a:defRPr lang="zh-CN" sz="900"/>
            </a:lvl3pPr>
            <a:lvl4pPr marL="1028700" indent="0" latinLnBrk="0">
              <a:buNone/>
              <a:defRPr lang="zh-CN" sz="750"/>
            </a:lvl4pPr>
            <a:lvl5pPr marL="1371600" indent="0" latinLnBrk="0">
              <a:buNone/>
              <a:defRPr lang="zh-CN" sz="750"/>
            </a:lvl5pPr>
            <a:lvl6pPr marL="1714500" indent="0" latinLnBrk="0">
              <a:buNone/>
              <a:defRPr lang="zh-CN" sz="750"/>
            </a:lvl6pPr>
            <a:lvl7pPr marL="2057400" indent="0" latinLnBrk="0">
              <a:buNone/>
              <a:defRPr lang="zh-CN" sz="750"/>
            </a:lvl7pPr>
            <a:lvl8pPr marL="2400300" indent="0" latinLnBrk="0">
              <a:buNone/>
              <a:defRPr lang="zh-CN" sz="750"/>
            </a:lvl8pPr>
            <a:lvl9pPr marL="2743200" indent="0" latinLnBrk="0">
              <a:buNone/>
              <a:defRPr lang="zh-CN" sz="750"/>
            </a:lvl9pPr>
          </a:lstStyle>
          <a:p>
            <a:pPr lvl="0"/>
            <a:r>
              <a:rPr lang="zh-CN" altLang="en-US" smtClean="0"/>
              <a:t>单击此处编辑母版文本样式</a:t>
            </a:r>
          </a:p>
        </p:txBody>
      </p:sp>
      <p:sp>
        <p:nvSpPr>
          <p:cNvPr id="5" name="日期占位符 4"/>
          <p:cNvSpPr>
            <a:spLocks noGrp="1"/>
          </p:cNvSpPr>
          <p:nvPr>
            <p:ph type="dt" sz="half" idx="10"/>
          </p:nvPr>
        </p:nvSpPr>
        <p:spPr/>
        <p:txBody>
          <a:bodyPr/>
          <a:lstStyle/>
          <a:p>
            <a:fld id="{8BEEBAAA-29B5-4AF5-BC5F-7E580C29002D}" type="datetimeFigureOut">
              <a:t>2014/5/12</a:t>
            </a:fld>
            <a:endParaRPr lang="zh-CN"/>
          </a:p>
        </p:txBody>
      </p:sp>
      <p:sp>
        <p:nvSpPr>
          <p:cNvPr id="6" name="页脚占位符 5"/>
          <p:cNvSpPr>
            <a:spLocks noGrp="1"/>
          </p:cNvSpPr>
          <p:nvPr>
            <p:ph type="ftr" sz="quarter" idx="11"/>
          </p:nvPr>
        </p:nvSpPr>
        <p:spPr/>
        <p:txBody>
          <a:bodyPr/>
          <a:lstStyle/>
          <a:p>
            <a:endParaRPr lang="zh-CN"/>
          </a:p>
        </p:txBody>
      </p:sp>
      <p:sp>
        <p:nvSpPr>
          <p:cNvPr id="7" name="幻灯片编号占位符 6"/>
          <p:cNvSpPr>
            <a:spLocks noGrp="1"/>
          </p:cNvSpPr>
          <p:nvPr>
            <p:ph type="sldNum" sz="quarter" idx="12"/>
          </p:nvPr>
        </p:nvSpPr>
        <p:spPr/>
        <p:txBody>
          <a:bodyPr/>
          <a:lstStyle/>
          <a:p>
            <a:fld id="{9860EDB8-5305-433F-BE41-D7A86D811DB3}" type="slidenum">
              <a:t>‹#›</a:t>
            </a:fld>
            <a:endParaRPr lang="zh-CN"/>
          </a:p>
        </p:txBody>
      </p:sp>
    </p:spTree>
    <p:extLst>
      <p:ext uri="{BB962C8B-B14F-4D97-AF65-F5344CB8AC3E}">
        <p14:creationId xmlns:p14="http://schemas.microsoft.com/office/powerpoint/2010/main" val="316109538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7" name="矩形 6"/>
          <p:cNvSpPr/>
          <p:nvPr/>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457201" y="1"/>
            <a:ext cx="8058151" cy="1228436"/>
          </a:xfrm>
        </p:spPr>
        <p:txBody>
          <a:bodyPr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p>
        </p:txBody>
      </p:sp>
      <p:sp>
        <p:nvSpPr>
          <p:cNvPr id="4" name="日期占位符 3"/>
          <p:cNvSpPr>
            <a:spLocks noGrp="1"/>
          </p:cNvSpPr>
          <p:nvPr>
            <p:ph type="dt" sz="half" idx="10"/>
          </p:nvPr>
        </p:nvSpPr>
        <p:spPr/>
        <p:txBody>
          <a:bodyPr/>
          <a:lstStyle/>
          <a:p>
            <a:fld id="{8BEEBAAA-29B5-4AF5-BC5F-7E580C29002D}" type="datetimeFigureOut">
              <a:t>2014/5/12</a:t>
            </a:fld>
            <a:endParaRPr lang="zh-CN"/>
          </a:p>
        </p:txBody>
      </p:sp>
      <p:sp>
        <p:nvSpPr>
          <p:cNvPr id="5" name="页脚占位符 4"/>
          <p:cNvSpPr>
            <a:spLocks noGrp="1"/>
          </p:cNvSpPr>
          <p:nvPr>
            <p:ph type="ftr" sz="quarter" idx="11"/>
          </p:nvPr>
        </p:nvSpPr>
        <p:spPr/>
        <p:txBody>
          <a:bodyPr/>
          <a:lstStyle/>
          <a:p>
            <a:endParaRPr lang="zh-CN"/>
          </a:p>
        </p:txBody>
      </p:sp>
      <p:sp>
        <p:nvSpPr>
          <p:cNvPr id="6" name="幻灯片编号占位符 5"/>
          <p:cNvSpPr>
            <a:spLocks noGrp="1"/>
          </p:cNvSpPr>
          <p:nvPr>
            <p:ph type="sldNum" sz="quarter" idx="12"/>
          </p:nvPr>
        </p:nvSpPr>
        <p:spPr/>
        <p:txBody>
          <a:bodyPr/>
          <a:lstStyle/>
          <a:p>
            <a:fld id="{9860EDB8-5305-433F-BE41-D7A86D811DB3}" type="slidenum">
              <a:t>‹#›</a:t>
            </a:fld>
            <a:endParaRPr lang="zh-CN"/>
          </a:p>
        </p:txBody>
      </p:sp>
      <p:sp>
        <p:nvSpPr>
          <p:cNvPr id="8" name="矩形 7"/>
          <p:cNvSpPr/>
          <p:nvPr userDrawn="1"/>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5969213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和文本">
    <p:spTree>
      <p:nvGrpSpPr>
        <p:cNvPr id="1" name=""/>
        <p:cNvGrpSpPr/>
        <p:nvPr/>
      </p:nvGrpSpPr>
      <p:grpSpPr>
        <a:xfrm>
          <a:off x="0" y="0"/>
          <a:ext cx="0" cy="0"/>
          <a:chOff x="0" y="0"/>
          <a:chExt cx="0" cy="0"/>
        </a:xfrm>
      </p:grpSpPr>
      <p:sp>
        <p:nvSpPr>
          <p:cNvPr id="7" name="矩形 6"/>
          <p:cNvSpPr/>
          <p:nvPr/>
        </p:nvSpPr>
        <p:spPr>
          <a:xfrm>
            <a:off x="7571511" y="0"/>
            <a:ext cx="1572491" cy="6858000"/>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竖排标题 1"/>
          <p:cNvSpPr>
            <a:spLocks noGrp="1"/>
          </p:cNvSpPr>
          <p:nvPr>
            <p:ph type="title" orient="vert"/>
          </p:nvPr>
        </p:nvSpPr>
        <p:spPr>
          <a:xfrm>
            <a:off x="7661565" y="365125"/>
            <a:ext cx="1364673" cy="5811838"/>
          </a:xfrm>
        </p:spPr>
        <p:txBody>
          <a:bodyPr vert="eaVert"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竖排文字占位符 2"/>
          <p:cNvSpPr>
            <a:spLocks noGrp="1"/>
          </p:cNvSpPr>
          <p:nvPr>
            <p:ph type="body" orient="vert" idx="1"/>
          </p:nvPr>
        </p:nvSpPr>
        <p:spPr>
          <a:xfrm>
            <a:off x="628651" y="365125"/>
            <a:ext cx="5800725" cy="5811838"/>
          </a:xfrm>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p>
        </p:txBody>
      </p:sp>
      <p:sp>
        <p:nvSpPr>
          <p:cNvPr id="4" name="日期占位符 3"/>
          <p:cNvSpPr>
            <a:spLocks noGrp="1"/>
          </p:cNvSpPr>
          <p:nvPr>
            <p:ph type="dt" sz="half" idx="10"/>
          </p:nvPr>
        </p:nvSpPr>
        <p:spPr/>
        <p:txBody>
          <a:bodyPr/>
          <a:lstStyle/>
          <a:p>
            <a:fld id="{8BEEBAAA-29B5-4AF5-BC5F-7E580C29002D}" type="datetimeFigureOut">
              <a:t>2014/5/12</a:t>
            </a:fld>
            <a:endParaRPr lang="zh-CN"/>
          </a:p>
        </p:txBody>
      </p:sp>
      <p:sp>
        <p:nvSpPr>
          <p:cNvPr id="5" name="页脚占位符 4"/>
          <p:cNvSpPr>
            <a:spLocks noGrp="1"/>
          </p:cNvSpPr>
          <p:nvPr>
            <p:ph type="ftr" sz="quarter" idx="11"/>
          </p:nvPr>
        </p:nvSpPr>
        <p:spPr/>
        <p:txBody>
          <a:bodyPr/>
          <a:lstStyle/>
          <a:p>
            <a:endParaRPr lang="zh-CN"/>
          </a:p>
        </p:txBody>
      </p:sp>
      <p:sp>
        <p:nvSpPr>
          <p:cNvPr id="6" name="幻灯片编号占位符 5"/>
          <p:cNvSpPr>
            <a:spLocks noGrp="1"/>
          </p:cNvSpPr>
          <p:nvPr>
            <p:ph type="sldNum" sz="quarter" idx="12"/>
          </p:nvPr>
        </p:nvSpPr>
        <p:spPr/>
        <p:txBody>
          <a:bodyPr/>
          <a:lstStyle/>
          <a:p>
            <a:fld id="{9860EDB8-5305-433F-BE41-D7A86D811DB3}" type="slidenum">
              <a:t>‹#›</a:t>
            </a:fld>
            <a:endParaRPr lang="zh-CN"/>
          </a:p>
        </p:txBody>
      </p:sp>
      <p:sp>
        <p:nvSpPr>
          <p:cNvPr id="8" name="矩形 7"/>
          <p:cNvSpPr/>
          <p:nvPr userDrawn="1"/>
        </p:nvSpPr>
        <p:spPr>
          <a:xfrm>
            <a:off x="7571511" y="0"/>
            <a:ext cx="1572491" cy="6858000"/>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130226663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628652" y="365129"/>
            <a:ext cx="7886700" cy="1325563"/>
          </a:xfrm>
          <a:prstGeom prst="rect">
            <a:avLst/>
          </a:prstGeom>
        </p:spPr>
        <p:txBody>
          <a:bodyPr vert="horz" lIns="91440" tIns="45720" rIns="91440" bIns="45720" rtlCol="0" anchor="ctr">
            <a:normAutofit/>
          </a:bodyPr>
          <a:lstStyle/>
          <a:p>
            <a:r>
              <a:rPr lang="zh-CN" dirty="0"/>
              <a:t>单击此处编辑母版标题样式</a:t>
            </a:r>
          </a:p>
        </p:txBody>
      </p:sp>
      <p:sp>
        <p:nvSpPr>
          <p:cNvPr id="3" name="文本占位符 2"/>
          <p:cNvSpPr>
            <a:spLocks noGrp="1"/>
          </p:cNvSpPr>
          <p:nvPr>
            <p:ph type="body" idx="1"/>
          </p:nvPr>
        </p:nvSpPr>
        <p:spPr>
          <a:xfrm>
            <a:off x="628652" y="1825625"/>
            <a:ext cx="7886700" cy="4351338"/>
          </a:xfrm>
          <a:prstGeom prst="rect">
            <a:avLst/>
          </a:prstGeom>
        </p:spPr>
        <p:txBody>
          <a:bodyPr vert="horz" lIns="91440" tIns="45720" rIns="91440" bIns="45720" rtlCol="0">
            <a:normAutofit/>
          </a:bodyPr>
          <a:lstStyle/>
          <a:p>
            <a:pPr lvl="0"/>
            <a:r>
              <a:rPr lang="zh-CN"/>
              <a:t>单击此处编辑母版文本样式</a:t>
            </a:r>
          </a:p>
          <a:p>
            <a:pPr lvl="1"/>
            <a:r>
              <a:rPr lang="zh-CN"/>
              <a:t>第二级</a:t>
            </a:r>
          </a:p>
          <a:p>
            <a:pPr lvl="2"/>
            <a:r>
              <a:rPr lang="zh-CN"/>
              <a:t>第三级</a:t>
            </a:r>
          </a:p>
          <a:p>
            <a:pPr lvl="3"/>
            <a:r>
              <a:rPr lang="zh-CN"/>
              <a:t>第四级</a:t>
            </a:r>
          </a:p>
          <a:p>
            <a:pPr lvl="4"/>
            <a:r>
              <a:rPr lang="zh-CN"/>
              <a:t>第五级</a:t>
            </a:r>
          </a:p>
        </p:txBody>
      </p:sp>
      <p:sp>
        <p:nvSpPr>
          <p:cNvPr id="4" name="日期占位符 3"/>
          <p:cNvSpPr>
            <a:spLocks noGrp="1"/>
          </p:cNvSpPr>
          <p:nvPr>
            <p:ph type="dt" sz="half" idx="2"/>
          </p:nvPr>
        </p:nvSpPr>
        <p:spPr>
          <a:xfrm>
            <a:off x="628650" y="6356354"/>
            <a:ext cx="2457451" cy="365125"/>
          </a:xfrm>
          <a:prstGeom prst="rect">
            <a:avLst/>
          </a:prstGeom>
        </p:spPr>
        <p:txBody>
          <a:bodyPr vert="horz" lIns="91440" tIns="45720" rIns="91440" bIns="45720" rtlCol="0" anchor="ctr"/>
          <a:lstStyle>
            <a:lvl1pPr algn="l" latinLnBrk="0">
              <a:defRPr lang="zh-CN" sz="900">
                <a:solidFill>
                  <a:schemeClr val="tx1">
                    <a:tint val="75000"/>
                  </a:schemeClr>
                </a:solidFill>
                <a:latin typeface="Microsoft YaHei UI" panose="020B0503020204020204" pitchFamily="34" charset="-122"/>
                <a:ea typeface="Microsoft YaHei UI" panose="020B0503020204020204" pitchFamily="34" charset="-122"/>
              </a:defRPr>
            </a:lvl1pPr>
          </a:lstStyle>
          <a:p>
            <a:fld id="{8BEEBAAA-29B5-4AF5-BC5F-7E580C29002D}" type="datetimeFigureOut">
              <a:rPr lang="en-US" altLang="zh-CN" smtClean="0"/>
              <a:pPr/>
              <a:t>5/12/2014</a:t>
            </a:fld>
            <a:endParaRPr lang="zh-CN" altLang="en-US"/>
          </a:p>
        </p:txBody>
      </p:sp>
      <p:sp>
        <p:nvSpPr>
          <p:cNvPr id="5" name="页脚占位符 4"/>
          <p:cNvSpPr>
            <a:spLocks noGrp="1"/>
          </p:cNvSpPr>
          <p:nvPr>
            <p:ph type="ftr" sz="quarter" idx="3"/>
          </p:nvPr>
        </p:nvSpPr>
        <p:spPr>
          <a:xfrm>
            <a:off x="3486152" y="6356354"/>
            <a:ext cx="2171700" cy="365125"/>
          </a:xfrm>
          <a:prstGeom prst="rect">
            <a:avLst/>
          </a:prstGeom>
        </p:spPr>
        <p:txBody>
          <a:bodyPr vert="horz" lIns="91440" tIns="45720" rIns="91440" bIns="45720" rtlCol="0" anchor="ctr"/>
          <a:lstStyle>
            <a:lvl1pPr algn="ctr" latinLnBrk="0">
              <a:defRPr lang="zh-CN" sz="900">
                <a:solidFill>
                  <a:schemeClr val="tx1">
                    <a:tint val="75000"/>
                  </a:schemeClr>
                </a:solidFill>
                <a:latin typeface="Microsoft YaHei UI" panose="020B0503020204020204" pitchFamily="34" charset="-122"/>
                <a:ea typeface="Microsoft YaHei UI" panose="020B0503020204020204" pitchFamily="34" charset="-122"/>
              </a:defRPr>
            </a:lvl1pPr>
          </a:lstStyle>
          <a:p>
            <a:endParaRPr lang="zh-CN" altLang="en-US"/>
          </a:p>
        </p:txBody>
      </p:sp>
      <p:sp>
        <p:nvSpPr>
          <p:cNvPr id="6" name="幻灯片编号占位符 5"/>
          <p:cNvSpPr>
            <a:spLocks noGrp="1"/>
          </p:cNvSpPr>
          <p:nvPr>
            <p:ph type="sldNum" sz="quarter" idx="4"/>
          </p:nvPr>
        </p:nvSpPr>
        <p:spPr>
          <a:xfrm>
            <a:off x="6057900" y="6356354"/>
            <a:ext cx="2457451" cy="365125"/>
          </a:xfrm>
          <a:prstGeom prst="rect">
            <a:avLst/>
          </a:prstGeom>
        </p:spPr>
        <p:txBody>
          <a:bodyPr vert="horz" lIns="91440" tIns="45720" rIns="91440" bIns="45720" rtlCol="0" anchor="ctr"/>
          <a:lstStyle>
            <a:lvl1pPr algn="r" latinLnBrk="0">
              <a:defRPr lang="zh-CN" sz="900">
                <a:solidFill>
                  <a:schemeClr val="tx1">
                    <a:tint val="75000"/>
                  </a:schemeClr>
                </a:solidFill>
                <a:latin typeface="Microsoft YaHei UI" panose="020B0503020204020204" pitchFamily="34" charset="-122"/>
                <a:ea typeface="Microsoft YaHei UI" panose="020B0503020204020204" pitchFamily="34" charset="-122"/>
              </a:defRPr>
            </a:lvl1pPr>
          </a:lstStyle>
          <a:p>
            <a:fld id="{9860EDB8-5305-433F-BE41-D7A86D811DB3}" type="slidenum">
              <a:rPr lang="en-US" altLang="zh-CN" smtClean="0"/>
              <a:pPr/>
              <a:t>‹#›</a:t>
            </a:fld>
            <a:endParaRPr lang="en-US" altLang="zh-CN"/>
          </a:p>
        </p:txBody>
      </p: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mc:AlternateContent xmlns:mc="http://schemas.openxmlformats.org/markup-compatibility/2006" xmlns:p14="http://schemas.microsoft.com/office/powerpoint/2010/main">
    <mc:Choice Requires="p14">
      <p:transition p14:dur="10"/>
    </mc:Choice>
    <mc:Fallback xmlns="">
      <p:transition/>
    </mc:Fallback>
  </mc:AlternateContent>
  <p:txStyles>
    <p:titleStyle>
      <a:lvl1pPr algn="l" defTabSz="685800" rtl="0" eaLnBrk="1" latinLnBrk="0" hangingPunct="1">
        <a:spcBef>
          <a:spcPct val="0"/>
        </a:spcBef>
        <a:buNone/>
        <a:defRPr lang="zh-CN" sz="3300" kern="1200">
          <a:solidFill>
            <a:schemeClr val="tx1"/>
          </a:solidFill>
          <a:latin typeface="Microsoft YaHei UI" panose="020B0503020204020204" pitchFamily="34" charset="-122"/>
          <a:ea typeface="Microsoft YaHei UI" panose="020B0503020204020204" pitchFamily="34" charset="-122"/>
          <a:cs typeface="+mj-cs"/>
        </a:defRPr>
      </a:lvl1pPr>
    </p:titleStyle>
    <p:bodyStyle>
      <a:lvl1pPr marL="171450" indent="-171450" algn="l" defTabSz="685800" rtl="0" eaLnBrk="1" latinLnBrk="0" hangingPunct="1">
        <a:lnSpc>
          <a:spcPct val="90000"/>
        </a:lnSpc>
        <a:spcBef>
          <a:spcPct val="30000"/>
        </a:spcBef>
        <a:buFont typeface="Arial" panose="020B0604020202020204" pitchFamily="34" charset="0"/>
        <a:buChar char="•"/>
        <a:defRPr lang="zh-CN" sz="2100" kern="1200">
          <a:solidFill>
            <a:schemeClr val="tx1"/>
          </a:solidFill>
          <a:latin typeface="Microsoft YaHei UI" panose="020B0503020204020204" pitchFamily="34" charset="-122"/>
          <a:ea typeface="Microsoft YaHei UI" panose="020B0503020204020204" pitchFamily="34" charset="-122"/>
          <a:cs typeface="+mn-cs"/>
        </a:defRPr>
      </a:lvl1pPr>
      <a:lvl2pPr marL="514350" indent="-171450" algn="l" defTabSz="685800" rtl="0" eaLnBrk="1" latinLnBrk="0" hangingPunct="1">
        <a:lnSpc>
          <a:spcPct val="90000"/>
        </a:lnSpc>
        <a:spcBef>
          <a:spcPct val="30000"/>
        </a:spcBef>
        <a:buFont typeface="Arial" panose="020B0604020202020204" pitchFamily="34" charset="0"/>
        <a:buChar char="•"/>
        <a:defRPr lang="zh-CN" sz="1800" kern="1200">
          <a:solidFill>
            <a:schemeClr val="tx1"/>
          </a:solidFill>
          <a:latin typeface="Microsoft YaHei UI" panose="020B0503020204020204" pitchFamily="34" charset="-122"/>
          <a:ea typeface="Microsoft YaHei UI" panose="020B0503020204020204" pitchFamily="34" charset="-122"/>
          <a:cs typeface="+mn-cs"/>
        </a:defRPr>
      </a:lvl2pPr>
      <a:lvl3pPr marL="857250" indent="-171450" algn="l" defTabSz="685800" rtl="0" eaLnBrk="1" latinLnBrk="0" hangingPunct="1">
        <a:lnSpc>
          <a:spcPct val="90000"/>
        </a:lnSpc>
        <a:spcBef>
          <a:spcPct val="30000"/>
        </a:spcBef>
        <a:buFont typeface="Arial" panose="020B0604020202020204" pitchFamily="34" charset="0"/>
        <a:buChar char="•"/>
        <a:defRPr lang="zh-CN" sz="1500" kern="1200">
          <a:solidFill>
            <a:schemeClr val="tx1"/>
          </a:solidFill>
          <a:latin typeface="Microsoft YaHei UI" panose="020B0503020204020204" pitchFamily="34" charset="-122"/>
          <a:ea typeface="Microsoft YaHei UI" panose="020B0503020204020204" pitchFamily="34" charset="-122"/>
          <a:cs typeface="+mn-cs"/>
        </a:defRPr>
      </a:lvl3pPr>
      <a:lvl4pPr marL="12001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icrosoft YaHei UI" panose="020B0503020204020204" pitchFamily="34" charset="-122"/>
          <a:ea typeface="Microsoft YaHei UI" panose="020B0503020204020204" pitchFamily="34" charset="-122"/>
          <a:cs typeface="+mn-cs"/>
        </a:defRPr>
      </a:lvl4pPr>
      <a:lvl5pPr marL="15430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icrosoft YaHei UI" panose="020B0503020204020204" pitchFamily="34" charset="-122"/>
          <a:ea typeface="Microsoft YaHei UI" panose="020B0503020204020204" pitchFamily="34" charset="-122"/>
          <a:cs typeface="+mn-cs"/>
        </a:defRPr>
      </a:lvl5pPr>
      <a:lvl6pPr marL="18859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6pPr>
      <a:lvl7pPr marL="22288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7pPr>
      <a:lvl8pPr marL="25717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8pPr>
      <a:lvl9pPr marL="29146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9pPr>
    </p:bodyStyle>
    <p:otherStyle>
      <a:defPPr>
        <a:defRPr lang="zh-CN"/>
      </a:defPPr>
      <a:lvl1pPr marL="0" algn="l" defTabSz="685800" rtl="0" eaLnBrk="1" latinLnBrk="0" hangingPunct="1">
        <a:defRPr lang="zh-CN" sz="1350" kern="1200">
          <a:solidFill>
            <a:schemeClr val="tx1"/>
          </a:solidFill>
          <a:latin typeface="+mn-lt"/>
          <a:ea typeface="+mn-ea"/>
          <a:cs typeface="+mn-cs"/>
        </a:defRPr>
      </a:lvl1pPr>
      <a:lvl2pPr marL="342900" algn="l" defTabSz="685800" rtl="0" eaLnBrk="1" latinLnBrk="0" hangingPunct="1">
        <a:defRPr lang="zh-CN" sz="1350" kern="1200">
          <a:solidFill>
            <a:schemeClr val="tx1"/>
          </a:solidFill>
          <a:latin typeface="+mn-lt"/>
          <a:ea typeface="+mn-ea"/>
          <a:cs typeface="+mn-cs"/>
        </a:defRPr>
      </a:lvl2pPr>
      <a:lvl3pPr marL="685800" algn="l" defTabSz="685800" rtl="0" eaLnBrk="1" latinLnBrk="0" hangingPunct="1">
        <a:defRPr lang="zh-CN" sz="1350" kern="1200">
          <a:solidFill>
            <a:schemeClr val="tx1"/>
          </a:solidFill>
          <a:latin typeface="+mn-lt"/>
          <a:ea typeface="+mn-ea"/>
          <a:cs typeface="+mn-cs"/>
        </a:defRPr>
      </a:lvl3pPr>
      <a:lvl4pPr marL="1028700" algn="l" defTabSz="685800" rtl="0" eaLnBrk="1" latinLnBrk="0" hangingPunct="1">
        <a:defRPr lang="zh-CN" sz="1350" kern="1200">
          <a:solidFill>
            <a:schemeClr val="tx1"/>
          </a:solidFill>
          <a:latin typeface="+mn-lt"/>
          <a:ea typeface="+mn-ea"/>
          <a:cs typeface="+mn-cs"/>
        </a:defRPr>
      </a:lvl4pPr>
      <a:lvl5pPr marL="1371600" algn="l" defTabSz="685800" rtl="0" eaLnBrk="1" latinLnBrk="0" hangingPunct="1">
        <a:defRPr lang="zh-CN" sz="1350" kern="1200">
          <a:solidFill>
            <a:schemeClr val="tx1"/>
          </a:solidFill>
          <a:latin typeface="+mn-lt"/>
          <a:ea typeface="+mn-ea"/>
          <a:cs typeface="+mn-cs"/>
        </a:defRPr>
      </a:lvl5pPr>
      <a:lvl6pPr marL="1714500" algn="l" defTabSz="685800" rtl="0" eaLnBrk="1" latinLnBrk="0" hangingPunct="1">
        <a:defRPr lang="zh-CN" sz="1350" kern="1200">
          <a:solidFill>
            <a:schemeClr val="tx1"/>
          </a:solidFill>
          <a:latin typeface="+mn-lt"/>
          <a:ea typeface="+mn-ea"/>
          <a:cs typeface="+mn-cs"/>
        </a:defRPr>
      </a:lvl6pPr>
      <a:lvl7pPr marL="2057400" algn="l" defTabSz="685800" rtl="0" eaLnBrk="1" latinLnBrk="0" hangingPunct="1">
        <a:defRPr lang="zh-CN" sz="1350" kern="1200">
          <a:solidFill>
            <a:schemeClr val="tx1"/>
          </a:solidFill>
          <a:latin typeface="+mn-lt"/>
          <a:ea typeface="+mn-ea"/>
          <a:cs typeface="+mn-cs"/>
        </a:defRPr>
      </a:lvl7pPr>
      <a:lvl8pPr marL="2400300" algn="l" defTabSz="685800" rtl="0" eaLnBrk="1" latinLnBrk="0" hangingPunct="1">
        <a:defRPr lang="zh-CN" sz="1350" kern="1200">
          <a:solidFill>
            <a:schemeClr val="tx1"/>
          </a:solidFill>
          <a:latin typeface="+mn-lt"/>
          <a:ea typeface="+mn-ea"/>
          <a:cs typeface="+mn-cs"/>
        </a:defRPr>
      </a:lvl8pPr>
      <a:lvl9pPr marL="2743200" algn="l" defTabSz="685800" rtl="0" eaLnBrk="1" latinLnBrk="0" hangingPunct="1">
        <a:defRPr lang="zh-CN"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7.jpe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10.wmf"/><Relationship Id="rId3" Type="http://schemas.openxmlformats.org/officeDocument/2006/relationships/notesSlide" Target="../notesSlides/notesSlide8.xml"/><Relationship Id="rId7" Type="http://schemas.openxmlformats.org/officeDocument/2006/relationships/oleObject" Target="../embeddings/oleObject2.bin"/><Relationship Id="rId2" Type="http://schemas.openxmlformats.org/officeDocument/2006/relationships/slideLayout" Target="../slideLayouts/slideLayout2.xml"/><Relationship Id="rId1" Type="http://schemas.openxmlformats.org/officeDocument/2006/relationships/vmlDrawing" Target="../drawings/vmlDrawing1.vml"/><Relationship Id="rId6" Type="http://schemas.openxmlformats.org/officeDocument/2006/relationships/image" Target="../media/image9.wmf"/><Relationship Id="rId5" Type="http://schemas.openxmlformats.org/officeDocument/2006/relationships/oleObject" Target="../embeddings/oleObject1.bin"/><Relationship Id="rId10" Type="http://schemas.openxmlformats.org/officeDocument/2006/relationships/image" Target="../media/image11.wmf"/><Relationship Id="rId4" Type="http://schemas.openxmlformats.org/officeDocument/2006/relationships/image" Target="../media/image12.png"/><Relationship Id="rId9" Type="http://schemas.openxmlformats.org/officeDocument/2006/relationships/oleObject" Target="../embeddings/oleObject3.bin"/></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1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1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34.png"/><Relationship Id="rId4" Type="http://schemas.openxmlformats.org/officeDocument/2006/relationships/image" Target="../media/image33.png"/></Relationships>
</file>

<file path=ppt/slides/_rels/slide1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36.png"/></Relationships>
</file>

<file path=ppt/slides/_rels/slide1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40.png"/><Relationship Id="rId4" Type="http://schemas.openxmlformats.org/officeDocument/2006/relationships/image" Target="../media/image39.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41.png"/><Relationship Id="rId7" Type="http://schemas.openxmlformats.org/officeDocument/2006/relationships/image" Target="../media/image45.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zh-CN" altLang="en-US" dirty="0" smtClean="0"/>
              <a:t>基于形状语义和增强学习的建筑立面点云解译与重建的方法</a:t>
            </a:r>
            <a:endParaRPr lang="zh-CN" dirty="0">
              <a:latin typeface="Microsoft YaHei UI" panose="020B0503020204020204" pitchFamily="34" charset="-122"/>
              <a:ea typeface="Microsoft YaHei UI" panose="020B0503020204020204" pitchFamily="34" charset="-122"/>
            </a:endParaRPr>
          </a:p>
        </p:txBody>
      </p:sp>
      <p:sp>
        <p:nvSpPr>
          <p:cNvPr id="3" name="副标题 2"/>
          <p:cNvSpPr>
            <a:spLocks noGrp="1"/>
          </p:cNvSpPr>
          <p:nvPr>
            <p:ph type="subTitle" idx="1"/>
          </p:nvPr>
        </p:nvSpPr>
        <p:spPr/>
        <p:txBody>
          <a:bodyPr>
            <a:normAutofit/>
          </a:bodyPr>
          <a:lstStyle/>
          <a:p>
            <a:r>
              <a:rPr lang="zh-CN" altLang="en-US" dirty="0" smtClean="0">
                <a:latin typeface="Microsoft YaHei UI" panose="020B0503020204020204" pitchFamily="34" charset="-122"/>
              </a:rPr>
              <a:t>徐翔 地理信息系统专业</a:t>
            </a:r>
            <a:endParaRPr lang="en-US" altLang="zh-CN" dirty="0" smtClean="0">
              <a:latin typeface="Microsoft YaHei UI" panose="020B0503020204020204" pitchFamily="34" charset="-122"/>
            </a:endParaRPr>
          </a:p>
          <a:p>
            <a:r>
              <a:rPr lang="zh-CN" altLang="en-US" dirty="0" smtClean="0">
                <a:latin typeface="Microsoft YaHei UI" panose="020B0503020204020204" pitchFamily="34" charset="-122"/>
                <a:ea typeface="Microsoft YaHei UI" panose="020B0503020204020204" pitchFamily="34" charset="-122"/>
              </a:rPr>
              <a:t>指导老师：张立强教授</a:t>
            </a:r>
            <a:endParaRPr lang="zh-CN" dirty="0">
              <a:latin typeface="Microsoft YaHei UI" panose="020B0503020204020204" pitchFamily="34" charset="-122"/>
              <a:ea typeface="Microsoft YaHei UI" panose="020B0503020204020204" pitchFamily="34" charset="-122"/>
            </a:endParaRPr>
          </a:p>
        </p:txBody>
      </p:sp>
      <p:pic>
        <p:nvPicPr>
          <p:cNvPr id="5" name="图片 4"/>
          <p:cNvPicPr>
            <a:picLocks noChangeAspect="1"/>
          </p:cNvPicPr>
          <p:nvPr/>
        </p:nvPicPr>
        <p:blipFill rotWithShape="1">
          <a:blip r:embed="rId3" cstate="print">
            <a:extLst>
              <a:ext uri="{28A0092B-C50C-407E-A947-70E740481C1C}">
                <a14:useLocalDpi xmlns:a14="http://schemas.microsoft.com/office/drawing/2010/main" val="0"/>
              </a:ext>
            </a:extLst>
          </a:blip>
          <a:srcRect l="32956" r="32714"/>
          <a:stretch/>
        </p:blipFill>
        <p:spPr>
          <a:xfrm>
            <a:off x="291341" y="857250"/>
            <a:ext cx="1296189" cy="2160000"/>
          </a:xfrm>
          <a:prstGeom prst="rect">
            <a:avLst/>
          </a:prstGeom>
        </p:spPr>
      </p:pic>
      <p:pic>
        <p:nvPicPr>
          <p:cNvPr id="6" name="图片 5"/>
          <p:cNvPicPr>
            <a:picLocks noChangeAspect="1"/>
          </p:cNvPicPr>
          <p:nvPr/>
        </p:nvPicPr>
        <p:blipFill rotWithShape="1">
          <a:blip r:embed="rId4" cstate="print">
            <a:extLst>
              <a:ext uri="{28A0092B-C50C-407E-A947-70E740481C1C}">
                <a14:useLocalDpi xmlns:a14="http://schemas.microsoft.com/office/drawing/2010/main" val="0"/>
              </a:ext>
            </a:extLst>
          </a:blip>
          <a:srcRect l="24582" r="23743"/>
          <a:stretch/>
        </p:blipFill>
        <p:spPr>
          <a:xfrm>
            <a:off x="2042151" y="857250"/>
            <a:ext cx="1951058" cy="2160000"/>
          </a:xfrm>
          <a:prstGeom prst="rect">
            <a:avLst/>
          </a:prstGeom>
        </p:spPr>
      </p:pic>
      <p:pic>
        <p:nvPicPr>
          <p:cNvPr id="7" name="图片 6"/>
          <p:cNvPicPr>
            <a:picLocks noChangeAspect="1"/>
          </p:cNvPicPr>
          <p:nvPr/>
        </p:nvPicPr>
        <p:blipFill rotWithShape="1">
          <a:blip r:embed="rId5" cstate="print">
            <a:extLst>
              <a:ext uri="{28A0092B-C50C-407E-A947-70E740481C1C}">
                <a14:useLocalDpi xmlns:a14="http://schemas.microsoft.com/office/drawing/2010/main" val="0"/>
              </a:ext>
            </a:extLst>
          </a:blip>
          <a:srcRect l="24582" r="27571"/>
          <a:stretch/>
        </p:blipFill>
        <p:spPr>
          <a:xfrm>
            <a:off x="4572001" y="857250"/>
            <a:ext cx="1806535" cy="2160000"/>
          </a:xfrm>
          <a:prstGeom prst="rect">
            <a:avLst/>
          </a:prstGeom>
        </p:spPr>
      </p:pic>
      <p:pic>
        <p:nvPicPr>
          <p:cNvPr id="8" name="图片 7"/>
          <p:cNvPicPr>
            <a:picLocks noChangeAspect="1"/>
          </p:cNvPicPr>
          <p:nvPr/>
        </p:nvPicPr>
        <p:blipFill rotWithShape="1">
          <a:blip r:embed="rId6" cstate="print">
            <a:extLst>
              <a:ext uri="{28A0092B-C50C-407E-A947-70E740481C1C}">
                <a14:useLocalDpi xmlns:a14="http://schemas.microsoft.com/office/drawing/2010/main" val="0"/>
              </a:ext>
            </a:extLst>
          </a:blip>
          <a:srcRect l="27334" r="23384"/>
          <a:stretch/>
        </p:blipFill>
        <p:spPr>
          <a:xfrm>
            <a:off x="6972272" y="857250"/>
            <a:ext cx="1860731" cy="2160000"/>
          </a:xfrm>
          <a:prstGeom prst="rect">
            <a:avLst/>
          </a:prstGeom>
        </p:spPr>
      </p:pic>
    </p:spTree>
    <p:extLst>
      <p:ext uri="{BB962C8B-B14F-4D97-AF65-F5344CB8AC3E}">
        <p14:creationId xmlns:p14="http://schemas.microsoft.com/office/powerpoint/2010/main" val="2471807738"/>
      </p:ext>
    </p:extLst>
  </p:cSld>
  <p:clrMapOvr>
    <a:masterClrMapping/>
  </p:clrMapOvr>
  <mc:AlternateContent xmlns:mc="http://schemas.openxmlformats.org/markup-compatibility/2006" xmlns:p14="http://schemas.microsoft.com/office/powerpoint/2010/main">
    <mc:Choice Requires="p14">
      <p:transition spd="slow" p14:dur="900">
        <p14:warp dir="in"/>
      </p:transition>
    </mc:Choice>
    <mc:Fallback xmlns="">
      <p:transition spd="slow">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latin typeface="Microsoft YaHei UI" panose="020B0503020204020204" pitchFamily="34" charset="-122"/>
                <a:ea typeface="Microsoft YaHei UI" panose="020B0503020204020204" pitchFamily="34" charset="-122"/>
              </a:rPr>
              <a:t>研究背景及意义</a:t>
            </a:r>
            <a:endParaRPr lang="zh-CN" dirty="0">
              <a:latin typeface="Microsoft YaHei UI" panose="020B0503020204020204" pitchFamily="34" charset="-122"/>
              <a:ea typeface="Microsoft YaHei UI" panose="020B0503020204020204" pitchFamily="34" charset="-122"/>
            </a:endParaRPr>
          </a:p>
        </p:txBody>
      </p:sp>
      <p:sp>
        <p:nvSpPr>
          <p:cNvPr id="3" name="内容占位符 2"/>
          <p:cNvSpPr>
            <a:spLocks noGrp="1"/>
          </p:cNvSpPr>
          <p:nvPr>
            <p:ph idx="1"/>
          </p:nvPr>
        </p:nvSpPr>
        <p:spPr>
          <a:xfrm>
            <a:off x="688806" y="2094122"/>
            <a:ext cx="8311028" cy="4270583"/>
          </a:xfrm>
        </p:spPr>
        <p:txBody>
          <a:bodyPr>
            <a:normAutofit fontScale="92500"/>
          </a:bodyPr>
          <a:lstStyle/>
          <a:p>
            <a:pPr marL="214313" indent="-214313">
              <a:buClr>
                <a:srgbClr val="00B050"/>
              </a:buClr>
              <a:buFont typeface="Wingdings" panose="05000000000000000000" pitchFamily="2" charset="2"/>
              <a:buChar char="u"/>
            </a:pPr>
            <a:r>
              <a:rPr lang="zh-CN" altLang="zh-CN" sz="2400" dirty="0">
                <a:solidFill>
                  <a:srgbClr val="00B050"/>
                </a:solidFill>
                <a:latin typeface="微软雅黑" panose="020B0503020204020204" pitchFamily="34" charset="-122"/>
                <a:ea typeface="微软雅黑" panose="020B0503020204020204" pitchFamily="34" charset="-122"/>
              </a:rPr>
              <a:t>随着</a:t>
            </a:r>
            <a:r>
              <a:rPr lang="en-US" altLang="zh-CN" sz="2400" dirty="0">
                <a:solidFill>
                  <a:srgbClr val="00B050"/>
                </a:solidFill>
                <a:latin typeface="微软雅黑" panose="020B0503020204020204" pitchFamily="34" charset="-122"/>
                <a:ea typeface="微软雅黑" panose="020B0503020204020204" pitchFamily="34" charset="-122"/>
              </a:rPr>
              <a:t>GIS</a:t>
            </a:r>
            <a:r>
              <a:rPr lang="zh-CN" altLang="zh-CN" sz="2400" dirty="0">
                <a:solidFill>
                  <a:srgbClr val="00B050"/>
                </a:solidFill>
                <a:latin typeface="微软雅黑" panose="020B0503020204020204" pitchFamily="34" charset="-122"/>
                <a:ea typeface="微软雅黑" panose="020B0503020204020204" pitchFamily="34" charset="-122"/>
              </a:rPr>
              <a:t>服务领域的不断</a:t>
            </a:r>
            <a:r>
              <a:rPr lang="zh-CN" altLang="zh-CN" sz="2400" dirty="0" smtClean="0">
                <a:solidFill>
                  <a:srgbClr val="00B050"/>
                </a:solidFill>
                <a:latin typeface="微软雅黑" panose="020B0503020204020204" pitchFamily="34" charset="-122"/>
                <a:ea typeface="微软雅黑" panose="020B0503020204020204" pitchFamily="34" charset="-122"/>
              </a:rPr>
              <a:t>拓展</a:t>
            </a:r>
            <a:r>
              <a:rPr lang="zh-CN" altLang="en-US" sz="2400" dirty="0" smtClean="0">
                <a:solidFill>
                  <a:srgbClr val="00B050"/>
                </a:solidFill>
                <a:latin typeface="微软雅黑" panose="020B0503020204020204" pitchFamily="34" charset="-122"/>
                <a:ea typeface="微软雅黑" panose="020B0503020204020204" pitchFamily="34" charset="-122"/>
              </a:rPr>
              <a:t>，三维数字城市的重建越来越重要</a:t>
            </a:r>
            <a:endParaRPr lang="en-US" altLang="zh-CN" sz="2400" dirty="0" smtClean="0">
              <a:solidFill>
                <a:srgbClr val="00B050"/>
              </a:solidFill>
              <a:latin typeface="微软雅黑" panose="020B0503020204020204" pitchFamily="34" charset="-122"/>
              <a:ea typeface="微软雅黑" panose="020B0503020204020204" pitchFamily="34" charset="-122"/>
            </a:endParaRPr>
          </a:p>
          <a:p>
            <a:pPr marL="857250" lvl="1" indent="-342900">
              <a:buClr>
                <a:srgbClr val="00B050"/>
              </a:buClr>
              <a:buFont typeface="Wingdings" panose="05000000000000000000" pitchFamily="2" charset="2"/>
              <a:buChar char="ü"/>
            </a:pPr>
            <a:r>
              <a:rPr lang="zh-CN" altLang="zh-CN" sz="2250" dirty="0" smtClean="0">
                <a:solidFill>
                  <a:srgbClr val="00B050"/>
                </a:solidFill>
                <a:latin typeface="微软雅黑" panose="020B0503020204020204" pitchFamily="34" charset="-122"/>
                <a:ea typeface="微软雅黑" panose="020B0503020204020204" pitchFamily="34" charset="-122"/>
              </a:rPr>
              <a:t>导航</a:t>
            </a:r>
            <a:r>
              <a:rPr lang="zh-CN" altLang="zh-CN" sz="2250" dirty="0">
                <a:solidFill>
                  <a:srgbClr val="00B050"/>
                </a:solidFill>
                <a:latin typeface="微软雅黑" panose="020B0503020204020204" pitchFamily="34" charset="-122"/>
                <a:ea typeface="微软雅黑" panose="020B0503020204020204" pitchFamily="34" charset="-122"/>
              </a:rPr>
              <a:t>、城市漫游、城乡规划、遗迹保护、</a:t>
            </a:r>
            <a:r>
              <a:rPr lang="zh-CN" altLang="zh-CN" sz="2250" dirty="0" smtClean="0">
                <a:solidFill>
                  <a:srgbClr val="00B050"/>
                </a:solidFill>
                <a:latin typeface="微软雅黑" panose="020B0503020204020204" pitchFamily="34" charset="-122"/>
                <a:ea typeface="微软雅黑" panose="020B0503020204020204" pitchFamily="34" charset="-122"/>
              </a:rPr>
              <a:t>风险分析</a:t>
            </a:r>
            <a:endParaRPr lang="en-US" altLang="zh-CN" sz="2250" dirty="0" smtClean="0">
              <a:solidFill>
                <a:srgbClr val="00B050"/>
              </a:solidFill>
              <a:latin typeface="微软雅黑" panose="020B0503020204020204" pitchFamily="34" charset="-122"/>
              <a:ea typeface="微软雅黑" panose="020B0503020204020204" pitchFamily="34" charset="-122"/>
            </a:endParaRPr>
          </a:p>
          <a:p>
            <a:pPr marL="214313" indent="-214313">
              <a:buClr>
                <a:srgbClr val="00B050"/>
              </a:buClr>
              <a:buFont typeface="Wingdings" panose="05000000000000000000" pitchFamily="2" charset="2"/>
              <a:buChar char="u"/>
            </a:pPr>
            <a:r>
              <a:rPr lang="zh-CN" altLang="en-US" sz="2550" dirty="0" smtClean="0">
                <a:solidFill>
                  <a:srgbClr val="7030A0"/>
                </a:solidFill>
                <a:latin typeface="微软雅黑" panose="020B0503020204020204" pitchFamily="34" charset="-122"/>
                <a:ea typeface="微软雅黑" panose="020B0503020204020204" pitchFamily="34" charset="-122"/>
              </a:rPr>
              <a:t>传统的</a:t>
            </a:r>
            <a:r>
              <a:rPr lang="zh-CN" altLang="en-US" sz="2550" dirty="0">
                <a:solidFill>
                  <a:srgbClr val="7030A0"/>
                </a:solidFill>
                <a:latin typeface="微软雅黑" panose="020B0503020204020204" pitchFamily="34" charset="-122"/>
                <a:ea typeface="微软雅黑" panose="020B0503020204020204" pitchFamily="34" charset="-122"/>
              </a:rPr>
              <a:t>方法主要是基于人工或是半自动的重建，人工建立城市模型需要建模者要有一定的经验，并耗费大量时间</a:t>
            </a:r>
            <a:endParaRPr lang="en-US" altLang="zh-CN" sz="2550" dirty="0" smtClean="0">
              <a:solidFill>
                <a:srgbClr val="7030A0"/>
              </a:solidFill>
              <a:latin typeface="微软雅黑" panose="020B0503020204020204" pitchFamily="34" charset="-122"/>
              <a:ea typeface="微软雅黑" panose="020B0503020204020204" pitchFamily="34" charset="-122"/>
            </a:endParaRPr>
          </a:p>
          <a:p>
            <a:pPr marL="214313" indent="-214313">
              <a:buClr>
                <a:srgbClr val="00B050"/>
              </a:buClr>
              <a:buFont typeface="Wingdings" panose="05000000000000000000" pitchFamily="2" charset="2"/>
              <a:buChar char="u"/>
            </a:pPr>
            <a:r>
              <a:rPr lang="zh-CN" altLang="en-US" sz="2400" dirty="0" smtClean="0">
                <a:solidFill>
                  <a:srgbClr val="FFC000"/>
                </a:solidFill>
                <a:latin typeface="微软雅黑" panose="020B0503020204020204" pitchFamily="34" charset="-122"/>
                <a:ea typeface="微软雅黑" panose="020B0503020204020204" pitchFamily="34" charset="-122"/>
              </a:rPr>
              <a:t>随着</a:t>
            </a:r>
            <a:r>
              <a:rPr lang="zh-CN" altLang="en-US" sz="2400" dirty="0">
                <a:solidFill>
                  <a:srgbClr val="FFC000"/>
                </a:solidFill>
                <a:latin typeface="微软雅黑" panose="020B0503020204020204" pitchFamily="34" charset="-122"/>
                <a:ea typeface="微软雅黑" panose="020B0503020204020204" pitchFamily="34" charset="-122"/>
              </a:rPr>
              <a:t>激光雷达技术的发展</a:t>
            </a:r>
            <a:r>
              <a:rPr lang="zh-CN" altLang="en-US" sz="2400" dirty="0" smtClean="0">
                <a:solidFill>
                  <a:srgbClr val="FFC000"/>
                </a:solidFill>
                <a:latin typeface="微软雅黑" panose="020B0503020204020204" pitchFamily="34" charset="-122"/>
                <a:ea typeface="微软雅黑" panose="020B0503020204020204" pitchFamily="34" charset="-122"/>
              </a:rPr>
              <a:t>，得到城市的点云越来越容易</a:t>
            </a:r>
            <a:endParaRPr lang="zh-CN" sz="2000" dirty="0"/>
          </a:p>
          <a:p>
            <a:endParaRPr lang="zh-CN" sz="2000" dirty="0"/>
          </a:p>
        </p:txBody>
      </p:sp>
      <p:sp>
        <p:nvSpPr>
          <p:cNvPr id="4" name="文本框 3"/>
          <p:cNvSpPr txBox="1"/>
          <p:nvPr/>
        </p:nvSpPr>
        <p:spPr>
          <a:xfrm rot="345385">
            <a:off x="3201958" y="670259"/>
            <a:ext cx="5758372" cy="1077218"/>
          </a:xfrm>
          <a:prstGeom prst="rect">
            <a:avLst/>
          </a:prstGeom>
          <a:solidFill>
            <a:schemeClr val="accent1"/>
          </a:solidFill>
        </p:spPr>
        <p:txBody>
          <a:bodyPr wrap="square" rtlCol="0">
            <a:spAutoFit/>
          </a:bodyPr>
          <a:lstStyle/>
          <a:p>
            <a:r>
              <a:rPr lang="zh-CN" altLang="en-US" sz="3200" b="1" dirty="0">
                <a:ln w="0"/>
                <a:solidFill>
                  <a:srgbClr val="FFFF00"/>
                </a:solidFill>
                <a:effectLst>
                  <a:outerShdw blurRad="38100" dist="19050" dir="2700000" algn="tl" rotWithShape="0">
                    <a:schemeClr val="dk1">
                      <a:alpha val="40000"/>
                    </a:schemeClr>
                  </a:outerShdw>
                </a:effectLst>
              </a:rPr>
              <a:t>如何从建筑立面的激光雷达点云中自动化恢复</a:t>
            </a:r>
            <a:r>
              <a:rPr lang="zh-CN" altLang="en-US" sz="3200" b="1" dirty="0" smtClean="0">
                <a:ln w="0"/>
                <a:solidFill>
                  <a:srgbClr val="FFFF00"/>
                </a:solidFill>
                <a:effectLst>
                  <a:outerShdw blurRad="38100" dist="19050" dir="2700000" algn="tl" rotWithShape="0">
                    <a:schemeClr val="dk1">
                      <a:alpha val="40000"/>
                    </a:schemeClr>
                  </a:outerShdw>
                </a:effectLst>
              </a:rPr>
              <a:t>其三维结构？</a:t>
            </a:r>
            <a:endParaRPr lang="zh-CN" altLang="en-US" sz="3200" b="1" dirty="0">
              <a:ln w="0"/>
              <a:solidFill>
                <a:srgbClr val="FFFF00"/>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090733893"/>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6" presetClass="entr" presetSubtype="21"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inVertical)">
                                      <p:cBhvr>
                                        <p:cTn id="21"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smtClean="0"/>
              <a:t>建筑立面建模研究现状</a:t>
            </a:r>
            <a:endParaRPr lang="zh-CN" altLang="en-US" dirty="0"/>
          </a:p>
        </p:txBody>
      </p:sp>
      <p:sp>
        <p:nvSpPr>
          <p:cNvPr id="3" name="Content Placeholder 2"/>
          <p:cNvSpPr>
            <a:spLocks noGrp="1"/>
          </p:cNvSpPr>
          <p:nvPr>
            <p:ph idx="1"/>
          </p:nvPr>
        </p:nvSpPr>
        <p:spPr>
          <a:xfrm>
            <a:off x="628651" y="1825625"/>
            <a:ext cx="7625011" cy="4351338"/>
          </a:xfrm>
        </p:spPr>
        <p:txBody>
          <a:bodyPr>
            <a:noAutofit/>
          </a:bodyPr>
          <a:lstStyle/>
          <a:p>
            <a:pPr marL="214313" indent="-214313">
              <a:buClr>
                <a:srgbClr val="00B050"/>
              </a:buClr>
              <a:buFont typeface="Wingdings" panose="05000000000000000000" pitchFamily="2" charset="2"/>
              <a:buChar char="u"/>
            </a:pPr>
            <a:r>
              <a:rPr lang="zh-CN" altLang="en-US" sz="2400" b="1" dirty="0">
                <a:solidFill>
                  <a:srgbClr val="0070C0"/>
                </a:solidFill>
                <a:latin typeface="微软雅黑" panose="020B0503020204020204" pitchFamily="34" charset="-122"/>
                <a:ea typeface="微软雅黑" panose="020B0503020204020204" pitchFamily="34" charset="-122"/>
              </a:rPr>
              <a:t>基</a:t>
            </a:r>
            <a:r>
              <a:rPr lang="zh-CN" altLang="en-US" sz="2400" b="1" dirty="0" smtClean="0">
                <a:solidFill>
                  <a:srgbClr val="0070C0"/>
                </a:solidFill>
                <a:latin typeface="微软雅黑" panose="020B0503020204020204" pitchFamily="34" charset="-122"/>
                <a:ea typeface="微软雅黑" panose="020B0503020204020204" pitchFamily="34" charset="-122"/>
              </a:rPr>
              <a:t>于数据驱动的方法</a:t>
            </a:r>
            <a:endParaRPr lang="en-US" altLang="zh-CN" sz="2400" b="1" dirty="0" smtClean="0">
              <a:solidFill>
                <a:srgbClr val="0070C0"/>
              </a:solidFill>
              <a:latin typeface="微软雅黑" panose="020B0503020204020204" pitchFamily="34" charset="-122"/>
              <a:ea typeface="微软雅黑" panose="020B0503020204020204" pitchFamily="34" charset="-122"/>
            </a:endParaRPr>
          </a:p>
          <a:p>
            <a:pPr marL="728663" lvl="1" indent="-214313">
              <a:buClr>
                <a:srgbClr val="7030A0"/>
              </a:buClr>
              <a:buFont typeface="Wingdings" panose="05000000000000000000" pitchFamily="2" charset="2"/>
              <a:buChar char="Ø"/>
            </a:pPr>
            <a:r>
              <a:rPr lang="zh-CN" altLang="en-US" sz="2000" dirty="0">
                <a:solidFill>
                  <a:schemeClr val="tx1"/>
                </a:solidFill>
                <a:latin typeface="微软雅黑" panose="020B0503020204020204" pitchFamily="34" charset="-122"/>
                <a:ea typeface="微软雅黑" panose="020B0503020204020204" pitchFamily="34" charset="-122"/>
              </a:rPr>
              <a:t>无</a:t>
            </a:r>
            <a:r>
              <a:rPr lang="zh-CN" altLang="en-US" sz="2000" dirty="0" smtClean="0">
                <a:solidFill>
                  <a:schemeClr val="tx1"/>
                </a:solidFill>
                <a:latin typeface="微软雅黑" panose="020B0503020204020204" pitchFamily="34" charset="-122"/>
                <a:ea typeface="微软雅黑" panose="020B0503020204020204" pitchFamily="34" charset="-122"/>
              </a:rPr>
              <a:t>法很好地揭示建筑的语义特征（如门、窗、阳台等）</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728663" lvl="1" indent="-214313">
              <a:buClr>
                <a:srgbClr val="7030A0"/>
              </a:buClr>
              <a:buFont typeface="Wingdings" panose="05000000000000000000" pitchFamily="2" charset="2"/>
              <a:buChar char="Ø"/>
            </a:pPr>
            <a:r>
              <a:rPr lang="zh-CN" altLang="en-US" sz="2000" dirty="0">
                <a:solidFill>
                  <a:schemeClr val="tx1"/>
                </a:solidFill>
                <a:latin typeface="微软雅黑" panose="020B0503020204020204" pitchFamily="34" charset="-122"/>
                <a:ea typeface="微软雅黑" panose="020B0503020204020204" pitchFamily="34" charset="-122"/>
              </a:rPr>
              <a:t>建</a:t>
            </a:r>
            <a:r>
              <a:rPr lang="zh-CN" altLang="en-US" sz="2000" dirty="0" smtClean="0">
                <a:solidFill>
                  <a:schemeClr val="tx1"/>
                </a:solidFill>
                <a:latin typeface="微软雅黑" panose="020B0503020204020204" pitchFamily="34" charset="-122"/>
                <a:ea typeface="微软雅黑" panose="020B0503020204020204" pitchFamily="34" charset="-122"/>
              </a:rPr>
              <a:t>模受点云数据缺失的影响较大</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214313" indent="-214313">
              <a:buClr>
                <a:srgbClr val="00B050"/>
              </a:buClr>
              <a:buFont typeface="Wingdings" panose="05000000000000000000" pitchFamily="2" charset="2"/>
              <a:buChar char="u"/>
            </a:pPr>
            <a:r>
              <a:rPr lang="zh-CN" altLang="en-US" sz="2400" b="1" dirty="0">
                <a:solidFill>
                  <a:srgbClr val="0070C0"/>
                </a:solidFill>
                <a:latin typeface="微软雅黑" panose="020B0503020204020204" pitchFamily="34" charset="-122"/>
                <a:ea typeface="微软雅黑" panose="020B0503020204020204" pitchFamily="34" charset="-122"/>
              </a:rPr>
              <a:t>基</a:t>
            </a:r>
            <a:r>
              <a:rPr lang="zh-CN" altLang="en-US" sz="2400" b="1" dirty="0" smtClean="0">
                <a:solidFill>
                  <a:srgbClr val="0070C0"/>
                </a:solidFill>
                <a:latin typeface="微软雅黑" panose="020B0503020204020204" pitchFamily="34" charset="-122"/>
                <a:ea typeface="微软雅黑" panose="020B0503020204020204" pitchFamily="34" charset="-122"/>
              </a:rPr>
              <a:t>于</a:t>
            </a:r>
            <a:r>
              <a:rPr lang="zh-CN" altLang="en-US" sz="2400" b="1" dirty="0">
                <a:solidFill>
                  <a:srgbClr val="0070C0"/>
                </a:solidFill>
                <a:latin typeface="微软雅黑" panose="020B0503020204020204" pitchFamily="34" charset="-122"/>
                <a:ea typeface="微软雅黑" panose="020B0503020204020204" pitchFamily="34" charset="-122"/>
              </a:rPr>
              <a:t>模型</a:t>
            </a:r>
            <a:r>
              <a:rPr lang="zh-CN" altLang="en-US" sz="2400" b="1" dirty="0" smtClean="0">
                <a:solidFill>
                  <a:srgbClr val="0070C0"/>
                </a:solidFill>
                <a:latin typeface="微软雅黑" panose="020B0503020204020204" pitchFamily="34" charset="-122"/>
                <a:ea typeface="微软雅黑" panose="020B0503020204020204" pitchFamily="34" charset="-122"/>
              </a:rPr>
              <a:t>驱</a:t>
            </a:r>
            <a:r>
              <a:rPr lang="zh-CN" altLang="en-US" sz="2400" b="1" dirty="0">
                <a:solidFill>
                  <a:srgbClr val="0070C0"/>
                </a:solidFill>
                <a:latin typeface="微软雅黑" panose="020B0503020204020204" pitchFamily="34" charset="-122"/>
                <a:ea typeface="微软雅黑" panose="020B0503020204020204" pitchFamily="34" charset="-122"/>
              </a:rPr>
              <a:t>动的方法</a:t>
            </a:r>
            <a:endParaRPr lang="en-US" altLang="zh-CN" sz="2400" b="1" dirty="0">
              <a:solidFill>
                <a:srgbClr val="0070C0"/>
              </a:solidFill>
              <a:latin typeface="微软雅黑" panose="020B0503020204020204" pitchFamily="34" charset="-122"/>
              <a:ea typeface="微软雅黑" panose="020B0503020204020204" pitchFamily="34" charset="-122"/>
            </a:endParaRPr>
          </a:p>
          <a:p>
            <a:pPr marL="728663" lvl="1" indent="-214313">
              <a:buClr>
                <a:srgbClr val="7030A0"/>
              </a:buClr>
              <a:buFont typeface="Wingdings" panose="05000000000000000000" pitchFamily="2" charset="2"/>
              <a:buChar char="Ø"/>
            </a:pPr>
            <a:r>
              <a:rPr lang="zh-CN" altLang="en-US" sz="2000" dirty="0" smtClean="0">
                <a:solidFill>
                  <a:schemeClr val="tx1"/>
                </a:solidFill>
                <a:latin typeface="微软雅黑" panose="020B0503020204020204" pitchFamily="34" charset="-122"/>
                <a:ea typeface="微软雅黑" panose="020B0503020204020204" pitchFamily="34" charset="-122"/>
              </a:rPr>
              <a:t>如何设计一个统一的模型来描述现实世界中复杂多样的建筑</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728663" lvl="1" indent="-214313">
              <a:buClr>
                <a:srgbClr val="7030A0"/>
              </a:buClr>
              <a:buFont typeface="Wingdings" panose="05000000000000000000" pitchFamily="2" charset="2"/>
              <a:buChar char="Ø"/>
            </a:pPr>
            <a:r>
              <a:rPr lang="zh-CN" altLang="en-US" sz="2000" dirty="0" smtClean="0">
                <a:solidFill>
                  <a:schemeClr val="tx1"/>
                </a:solidFill>
                <a:latin typeface="微软雅黑" panose="020B0503020204020204" pitchFamily="34" charset="-122"/>
                <a:ea typeface="微软雅黑" panose="020B0503020204020204" pitchFamily="34" charset="-122"/>
              </a:rPr>
              <a:t>如何高效地求解建筑的立面模型</a:t>
            </a:r>
            <a:endParaRPr lang="zh-CN" altLang="en-US" sz="2000"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423694628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anim calcmode="lin" valueType="num">
                                      <p:cBhvr additive="base">
                                        <p:cTn id="13"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1" end="1"/>
                                            </p:txEl>
                                          </p:spTgt>
                                        </p:tgtEl>
                                        <p:attrNameLst>
                                          <p:attrName>style.visibility</p:attrName>
                                        </p:attrNameLst>
                                      </p:cBhvr>
                                      <p:to>
                                        <p:strVal val="visible"/>
                                      </p:to>
                                    </p:set>
                                    <p:anim calcmode="lin" valueType="num">
                                      <p:cBhvr additive="base">
                                        <p:cTn id="19"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anim calcmode="lin" valueType="num">
                                      <p:cBhvr additive="base">
                                        <p:cTn id="25"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圆角矩形 17"/>
          <p:cNvSpPr/>
          <p:nvPr/>
        </p:nvSpPr>
        <p:spPr>
          <a:xfrm>
            <a:off x="3500901" y="2251080"/>
            <a:ext cx="1469378" cy="3599999"/>
          </a:xfrm>
          <a:prstGeom prst="roundRect">
            <a:avLst/>
          </a:prstGeom>
          <a:solidFill>
            <a:schemeClr val="lt1">
              <a:alpha val="0"/>
            </a:schemeClr>
          </a:solidFill>
          <a:ln w="38100">
            <a:solidFill>
              <a:srgbClr val="FFFF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zh-CN" altLang="en-US"/>
          </a:p>
        </p:txBody>
      </p:sp>
      <p:sp>
        <p:nvSpPr>
          <p:cNvPr id="2" name="标题 1"/>
          <p:cNvSpPr>
            <a:spLocks noGrp="1"/>
          </p:cNvSpPr>
          <p:nvPr>
            <p:ph type="title"/>
          </p:nvPr>
        </p:nvSpPr>
        <p:spPr/>
        <p:txBody>
          <a:bodyPr/>
          <a:lstStyle/>
          <a:p>
            <a:r>
              <a:rPr lang="zh-CN" altLang="en-US" dirty="0" smtClean="0"/>
              <a:t>算法概述</a:t>
            </a:r>
            <a:endParaRPr lang="zh-CN" altLang="en-US" dirty="0"/>
          </a:p>
        </p:txBody>
      </p:sp>
      <p:sp>
        <p:nvSpPr>
          <p:cNvPr id="5" name="圆角矩形 4"/>
          <p:cNvSpPr/>
          <p:nvPr/>
        </p:nvSpPr>
        <p:spPr>
          <a:xfrm>
            <a:off x="7758316" y="4450393"/>
            <a:ext cx="1353816" cy="715090"/>
          </a:xfrm>
          <a:prstGeom prst="roundRect">
            <a:avLst/>
          </a:prstGeom>
          <a:solidFill>
            <a:schemeClr val="lt1">
              <a:alpha val="0"/>
            </a:schemeClr>
          </a:solidFill>
          <a:ln>
            <a:solidFill>
              <a:schemeClr val="accent6">
                <a:alpha val="50000"/>
              </a:schemeClr>
            </a:solidFill>
          </a:ln>
        </p:spPr>
        <p:style>
          <a:lnRef idx="2">
            <a:schemeClr val="accent6"/>
          </a:lnRef>
          <a:fillRef idx="1">
            <a:schemeClr val="lt1"/>
          </a:fillRef>
          <a:effectRef idx="0">
            <a:schemeClr val="accent6"/>
          </a:effectRef>
          <a:fontRef idx="minor">
            <a:schemeClr val="dk1"/>
          </a:fontRef>
        </p:style>
        <p:txBody>
          <a:bodyPr rtlCol="0" anchor="ctr">
            <a:spAutoFit/>
          </a:bodyPr>
          <a:lstStyle/>
          <a:p>
            <a:pPr algn="ctr"/>
            <a:r>
              <a:rPr lang="zh-CN" altLang="en-US" b="1" dirty="0">
                <a:solidFill>
                  <a:schemeClr val="accent2"/>
                </a:solidFill>
              </a:rPr>
              <a:t>建筑立面三维模型</a:t>
            </a:r>
          </a:p>
        </p:txBody>
      </p:sp>
      <p:sp>
        <p:nvSpPr>
          <p:cNvPr id="6" name="圆角矩形 5"/>
          <p:cNvSpPr/>
          <p:nvPr/>
        </p:nvSpPr>
        <p:spPr>
          <a:xfrm>
            <a:off x="1074677" y="2251080"/>
            <a:ext cx="1419413" cy="3599999"/>
          </a:xfrm>
          <a:prstGeom prst="roundRect">
            <a:avLst/>
          </a:prstGeom>
          <a:solidFill>
            <a:schemeClr val="lt1">
              <a:alpha val="0"/>
            </a:schemeClr>
          </a:solidFill>
          <a:ln w="38100">
            <a:solidFill>
              <a:srgbClr val="FFFF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zh-CN" altLang="en-US"/>
          </a:p>
        </p:txBody>
      </p:sp>
      <p:sp>
        <p:nvSpPr>
          <p:cNvPr id="7" name="圆角矩形 6"/>
          <p:cNvSpPr/>
          <p:nvPr/>
        </p:nvSpPr>
        <p:spPr>
          <a:xfrm>
            <a:off x="5086341" y="4170407"/>
            <a:ext cx="1092830" cy="715090"/>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rtlCol="0" anchor="ctr">
            <a:spAutoFit/>
          </a:bodyPr>
          <a:lstStyle/>
          <a:p>
            <a:pPr algn="ctr"/>
            <a:r>
              <a:rPr lang="zh-CN" altLang="en-US" b="1" dirty="0" smtClean="0">
                <a:solidFill>
                  <a:schemeClr val="accent2"/>
                </a:solidFill>
              </a:rPr>
              <a:t>最优语义解译</a:t>
            </a:r>
            <a:endParaRPr lang="zh-CN" altLang="en-US" b="1" dirty="0">
              <a:solidFill>
                <a:schemeClr val="accent2"/>
              </a:solidFill>
            </a:endParaRPr>
          </a:p>
        </p:txBody>
      </p:sp>
      <p:sp>
        <p:nvSpPr>
          <p:cNvPr id="8" name="圆角矩形 7"/>
          <p:cNvSpPr/>
          <p:nvPr/>
        </p:nvSpPr>
        <p:spPr>
          <a:xfrm>
            <a:off x="112132" y="2495914"/>
            <a:ext cx="927250" cy="715090"/>
          </a:xfrm>
          <a:prstGeom prst="roundRect">
            <a:avLst/>
          </a:prstGeom>
          <a:solidFill>
            <a:srgbClr val="FF6699">
              <a:alpha val="0"/>
            </a:srgbClr>
          </a:solidFill>
        </p:spPr>
        <p:style>
          <a:lnRef idx="2">
            <a:schemeClr val="accent6"/>
          </a:lnRef>
          <a:fillRef idx="1">
            <a:schemeClr val="lt1"/>
          </a:fillRef>
          <a:effectRef idx="0">
            <a:schemeClr val="accent6"/>
          </a:effectRef>
          <a:fontRef idx="minor">
            <a:schemeClr val="dk1"/>
          </a:fontRef>
        </p:style>
        <p:txBody>
          <a:bodyPr rtlCol="0" anchor="ctr">
            <a:spAutoFit/>
          </a:bodyPr>
          <a:lstStyle/>
          <a:p>
            <a:pPr algn="ctr"/>
            <a:r>
              <a:rPr lang="zh-CN" altLang="en-US" b="1" dirty="0" smtClean="0">
                <a:solidFill>
                  <a:schemeClr val="accent2"/>
                </a:solidFill>
              </a:rPr>
              <a:t>原始点云</a:t>
            </a:r>
            <a:endParaRPr lang="zh-CN" altLang="en-US" b="1" dirty="0">
              <a:solidFill>
                <a:schemeClr val="accent2"/>
              </a:solidFill>
            </a:endParaRPr>
          </a:p>
        </p:txBody>
      </p:sp>
      <p:sp>
        <p:nvSpPr>
          <p:cNvPr id="9" name="圆角矩形 8"/>
          <p:cNvSpPr/>
          <p:nvPr/>
        </p:nvSpPr>
        <p:spPr>
          <a:xfrm>
            <a:off x="112132" y="3721710"/>
            <a:ext cx="927250" cy="715090"/>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rtlCol="0" anchor="ctr">
            <a:spAutoFit/>
          </a:bodyPr>
          <a:lstStyle/>
          <a:p>
            <a:pPr algn="ctr"/>
            <a:r>
              <a:rPr lang="zh-CN" altLang="en-US" b="1" dirty="0" smtClean="0">
                <a:solidFill>
                  <a:schemeClr val="accent5"/>
                </a:solidFill>
              </a:rPr>
              <a:t>预处理</a:t>
            </a:r>
            <a:endParaRPr lang="zh-CN" altLang="en-US" b="1" dirty="0">
              <a:solidFill>
                <a:schemeClr val="accent5"/>
              </a:solidFill>
            </a:endParaRPr>
          </a:p>
        </p:txBody>
      </p:sp>
      <p:sp>
        <p:nvSpPr>
          <p:cNvPr id="10" name="圆角矩形 9"/>
          <p:cNvSpPr/>
          <p:nvPr/>
        </p:nvSpPr>
        <p:spPr>
          <a:xfrm>
            <a:off x="1231978" y="4751583"/>
            <a:ext cx="1106354" cy="715090"/>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rtlCol="0" anchor="ctr">
            <a:spAutoFit/>
          </a:bodyPr>
          <a:lstStyle/>
          <a:p>
            <a:pPr algn="ctr"/>
            <a:r>
              <a:rPr lang="zh-CN" altLang="en-US" b="1" dirty="0">
                <a:solidFill>
                  <a:srgbClr val="7030A0"/>
                </a:solidFill>
              </a:rPr>
              <a:t>点云</a:t>
            </a:r>
            <a:r>
              <a:rPr lang="zh-CN" altLang="en-US" b="1" dirty="0" smtClean="0">
                <a:solidFill>
                  <a:srgbClr val="7030A0"/>
                </a:solidFill>
              </a:rPr>
              <a:t>特征提取</a:t>
            </a:r>
            <a:endParaRPr lang="zh-CN" altLang="en-US" b="1" dirty="0">
              <a:solidFill>
                <a:srgbClr val="7030A0"/>
              </a:solidFill>
            </a:endParaRPr>
          </a:p>
        </p:txBody>
      </p:sp>
      <p:sp>
        <p:nvSpPr>
          <p:cNvPr id="11" name="圆角矩形 10"/>
          <p:cNvSpPr/>
          <p:nvPr/>
        </p:nvSpPr>
        <p:spPr>
          <a:xfrm>
            <a:off x="1215082" y="3606289"/>
            <a:ext cx="1140144" cy="408623"/>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wrap="none" rtlCol="0" anchor="ctr">
            <a:spAutoFit/>
          </a:bodyPr>
          <a:lstStyle/>
          <a:p>
            <a:pPr lvl="0" algn="ctr"/>
            <a:r>
              <a:rPr lang="zh-CN" altLang="en-US" b="1" dirty="0" smtClean="0">
                <a:solidFill>
                  <a:srgbClr val="7030A0"/>
                </a:solidFill>
              </a:rPr>
              <a:t>点云分类</a:t>
            </a:r>
            <a:endParaRPr lang="zh-CN" altLang="en-US" b="1" dirty="0">
              <a:solidFill>
                <a:srgbClr val="7030A0"/>
              </a:solidFill>
            </a:endParaRPr>
          </a:p>
        </p:txBody>
      </p:sp>
      <p:cxnSp>
        <p:nvCxnSpPr>
          <p:cNvPr id="12" name="直接箭头连接符 11"/>
          <p:cNvCxnSpPr>
            <a:stCxn id="8" idx="2"/>
            <a:endCxn id="9" idx="0"/>
          </p:cNvCxnSpPr>
          <p:nvPr/>
        </p:nvCxnSpPr>
        <p:spPr>
          <a:xfrm>
            <a:off x="575757" y="3211004"/>
            <a:ext cx="0" cy="510706"/>
          </a:xfrm>
          <a:prstGeom prst="straightConnector1">
            <a:avLst/>
          </a:prstGeom>
          <a:ln>
            <a:tailEnd type="arrow"/>
          </a:ln>
        </p:spPr>
        <p:style>
          <a:lnRef idx="2">
            <a:schemeClr val="accent5"/>
          </a:lnRef>
          <a:fillRef idx="0">
            <a:schemeClr val="accent5"/>
          </a:fillRef>
          <a:effectRef idx="1">
            <a:schemeClr val="accent5"/>
          </a:effectRef>
          <a:fontRef idx="minor">
            <a:schemeClr val="tx1"/>
          </a:fontRef>
        </p:style>
      </p:cxnSp>
      <p:cxnSp>
        <p:nvCxnSpPr>
          <p:cNvPr id="13" name="形状 51"/>
          <p:cNvCxnSpPr/>
          <p:nvPr/>
        </p:nvCxnSpPr>
        <p:spPr>
          <a:xfrm rot="16200000" flipH="1">
            <a:off x="562225" y="4521925"/>
            <a:ext cx="678352" cy="596089"/>
          </a:xfrm>
          <a:prstGeom prst="bentConnector2">
            <a:avLst/>
          </a:prstGeom>
          <a:ln>
            <a:tailEnd type="arrow"/>
          </a:ln>
        </p:spPr>
        <p:style>
          <a:lnRef idx="2">
            <a:schemeClr val="accent5"/>
          </a:lnRef>
          <a:fillRef idx="0">
            <a:schemeClr val="accent5"/>
          </a:fillRef>
          <a:effectRef idx="1">
            <a:schemeClr val="accent5"/>
          </a:effectRef>
          <a:fontRef idx="minor">
            <a:schemeClr val="tx1"/>
          </a:fontRef>
        </p:style>
      </p:cxnSp>
      <p:cxnSp>
        <p:nvCxnSpPr>
          <p:cNvPr id="14" name="直接箭头连接符 13"/>
          <p:cNvCxnSpPr/>
          <p:nvPr/>
        </p:nvCxnSpPr>
        <p:spPr>
          <a:xfrm rot="10800000">
            <a:off x="1795841" y="4181141"/>
            <a:ext cx="0" cy="546622"/>
          </a:xfrm>
          <a:prstGeom prst="straightConnector1">
            <a:avLst/>
          </a:prstGeom>
          <a:ln>
            <a:tailEnd type="arrow"/>
          </a:ln>
        </p:spPr>
        <p:style>
          <a:lnRef idx="2">
            <a:schemeClr val="accent5"/>
          </a:lnRef>
          <a:fillRef idx="0">
            <a:schemeClr val="accent5"/>
          </a:fillRef>
          <a:effectRef idx="1">
            <a:schemeClr val="accent5"/>
          </a:effectRef>
          <a:fontRef idx="minor">
            <a:schemeClr val="tx1"/>
          </a:fontRef>
        </p:style>
      </p:cxnSp>
      <p:sp>
        <p:nvSpPr>
          <p:cNvPr id="15" name="TextBox 58"/>
          <p:cNvSpPr txBox="1"/>
          <p:nvPr/>
        </p:nvSpPr>
        <p:spPr>
          <a:xfrm>
            <a:off x="1126157" y="2396303"/>
            <a:ext cx="1324642" cy="589829"/>
          </a:xfrm>
          <a:prstGeom prst="rect">
            <a:avLst/>
          </a:prstGeom>
          <a:noFill/>
        </p:spPr>
        <p:txBody>
          <a:bodyPr wrap="square" rtlCol="0">
            <a:spAutoFit/>
          </a:bodyPr>
          <a:lstStyle/>
          <a:p>
            <a:pPr algn="ctr"/>
            <a:r>
              <a:rPr lang="zh-CN" altLang="en-US" sz="2000" b="1" i="1" dirty="0" smtClean="0">
                <a:solidFill>
                  <a:srgbClr val="00B0F0"/>
                </a:solidFill>
              </a:rPr>
              <a:t>数据驱动</a:t>
            </a:r>
            <a:r>
              <a:rPr lang="zh-CN" altLang="en-US" sz="2000" b="1" i="1" dirty="0">
                <a:solidFill>
                  <a:srgbClr val="00B0F0"/>
                </a:solidFill>
              </a:rPr>
              <a:t>分类</a:t>
            </a:r>
          </a:p>
        </p:txBody>
      </p:sp>
      <p:cxnSp>
        <p:nvCxnSpPr>
          <p:cNvPr id="16" name="直接箭头连接符 15"/>
          <p:cNvCxnSpPr/>
          <p:nvPr/>
        </p:nvCxnSpPr>
        <p:spPr>
          <a:xfrm>
            <a:off x="2759778" y="3920760"/>
            <a:ext cx="526453" cy="0"/>
          </a:xfrm>
          <a:prstGeom prst="straightConnector1">
            <a:avLst/>
          </a:prstGeom>
          <a:ln>
            <a:tailEnd type="arrow"/>
          </a:ln>
        </p:spPr>
        <p:style>
          <a:lnRef idx="2">
            <a:schemeClr val="accent5"/>
          </a:lnRef>
          <a:fillRef idx="0">
            <a:schemeClr val="accent5"/>
          </a:fillRef>
          <a:effectRef idx="1">
            <a:schemeClr val="accent5"/>
          </a:effectRef>
          <a:fontRef idx="minor">
            <a:schemeClr val="tx1"/>
          </a:fontRef>
        </p:style>
      </p:cxnSp>
      <p:sp>
        <p:nvSpPr>
          <p:cNvPr id="17" name="TextBox 41"/>
          <p:cNvSpPr txBox="1"/>
          <p:nvPr/>
        </p:nvSpPr>
        <p:spPr>
          <a:xfrm>
            <a:off x="3603987" y="2392366"/>
            <a:ext cx="1324642" cy="589829"/>
          </a:xfrm>
          <a:prstGeom prst="rect">
            <a:avLst/>
          </a:prstGeom>
          <a:noFill/>
        </p:spPr>
        <p:txBody>
          <a:bodyPr wrap="square" rtlCol="0">
            <a:spAutoFit/>
          </a:bodyPr>
          <a:lstStyle/>
          <a:p>
            <a:pPr algn="ctr"/>
            <a:r>
              <a:rPr lang="zh-CN" altLang="en-US" sz="2000" b="1" i="1" dirty="0" smtClean="0">
                <a:solidFill>
                  <a:srgbClr val="00B0F0"/>
                </a:solidFill>
              </a:rPr>
              <a:t>模型驱动</a:t>
            </a:r>
            <a:r>
              <a:rPr lang="zh-CN" altLang="en-US" sz="2000" b="1" i="1" dirty="0">
                <a:solidFill>
                  <a:srgbClr val="00B0F0"/>
                </a:solidFill>
              </a:rPr>
              <a:t>解译</a:t>
            </a:r>
          </a:p>
        </p:txBody>
      </p:sp>
      <p:sp>
        <p:nvSpPr>
          <p:cNvPr id="19" name="圆角矩形 18"/>
          <p:cNvSpPr/>
          <p:nvPr/>
        </p:nvSpPr>
        <p:spPr>
          <a:xfrm>
            <a:off x="3708202" y="4751583"/>
            <a:ext cx="1051750" cy="715090"/>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wrap="square" rtlCol="0" anchor="ctr">
            <a:spAutoFit/>
          </a:bodyPr>
          <a:lstStyle/>
          <a:p>
            <a:pPr algn="ctr"/>
            <a:r>
              <a:rPr lang="zh-CN" altLang="en-US" b="1" dirty="0">
                <a:solidFill>
                  <a:srgbClr val="FFC000"/>
                </a:solidFill>
              </a:rPr>
              <a:t>增强</a:t>
            </a:r>
            <a:r>
              <a:rPr lang="zh-CN" altLang="en-US" b="1" dirty="0" smtClean="0">
                <a:solidFill>
                  <a:srgbClr val="FFC000"/>
                </a:solidFill>
              </a:rPr>
              <a:t>学习</a:t>
            </a:r>
            <a:endParaRPr lang="zh-CN" altLang="en-US" b="1" dirty="0">
              <a:solidFill>
                <a:srgbClr val="FFC000"/>
              </a:solidFill>
            </a:endParaRPr>
          </a:p>
        </p:txBody>
      </p:sp>
      <p:sp>
        <p:nvSpPr>
          <p:cNvPr id="20" name="圆角矩形 19"/>
          <p:cNvSpPr/>
          <p:nvPr/>
        </p:nvSpPr>
        <p:spPr>
          <a:xfrm>
            <a:off x="3710397" y="3443872"/>
            <a:ext cx="1049555" cy="715090"/>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rtlCol="0" anchor="ctr">
            <a:spAutoFit/>
          </a:bodyPr>
          <a:lstStyle/>
          <a:p>
            <a:pPr algn="ctr"/>
            <a:r>
              <a:rPr lang="zh-CN" altLang="en-US" b="1" dirty="0" smtClean="0">
                <a:solidFill>
                  <a:srgbClr val="FFC000"/>
                </a:solidFill>
              </a:rPr>
              <a:t>定义形状语义</a:t>
            </a:r>
            <a:endParaRPr lang="zh-CN" altLang="en-US" b="1" dirty="0">
              <a:solidFill>
                <a:srgbClr val="FFC000"/>
              </a:solidFill>
            </a:endParaRPr>
          </a:p>
        </p:txBody>
      </p:sp>
      <p:cxnSp>
        <p:nvCxnSpPr>
          <p:cNvPr id="21" name="直接箭头连接符 20"/>
          <p:cNvCxnSpPr/>
          <p:nvPr/>
        </p:nvCxnSpPr>
        <p:spPr>
          <a:xfrm rot="10800000" flipV="1">
            <a:off x="4209889" y="4166104"/>
            <a:ext cx="0" cy="530701"/>
          </a:xfrm>
          <a:prstGeom prst="straightConnector1">
            <a:avLst/>
          </a:prstGeom>
          <a:ln>
            <a:tailEnd type="arrow"/>
          </a:ln>
        </p:spPr>
        <p:style>
          <a:lnRef idx="2">
            <a:schemeClr val="accent5"/>
          </a:lnRef>
          <a:fillRef idx="0">
            <a:schemeClr val="accent5"/>
          </a:fillRef>
          <a:effectRef idx="1">
            <a:schemeClr val="accent5"/>
          </a:effectRef>
          <a:fontRef idx="minor">
            <a:schemeClr val="tx1"/>
          </a:fontRef>
        </p:style>
      </p:cxnSp>
      <p:sp>
        <p:nvSpPr>
          <p:cNvPr id="22" name="圆角矩形 21"/>
          <p:cNvSpPr/>
          <p:nvPr/>
        </p:nvSpPr>
        <p:spPr>
          <a:xfrm>
            <a:off x="2556544" y="2929778"/>
            <a:ext cx="875356" cy="715090"/>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wrap="square" rtlCol="0" anchor="ctr">
            <a:spAutoFit/>
          </a:bodyPr>
          <a:lstStyle/>
          <a:p>
            <a:pPr algn="ctr"/>
            <a:r>
              <a:rPr lang="zh-CN" altLang="en-US" b="1" dirty="0" smtClean="0">
                <a:solidFill>
                  <a:schemeClr val="accent2"/>
                </a:solidFill>
              </a:rPr>
              <a:t>分类结果</a:t>
            </a:r>
            <a:endParaRPr lang="zh-CN" altLang="en-US" b="1" dirty="0">
              <a:solidFill>
                <a:schemeClr val="accent2"/>
              </a:solidFill>
            </a:endParaRPr>
          </a:p>
        </p:txBody>
      </p:sp>
      <p:sp>
        <p:nvSpPr>
          <p:cNvPr id="23" name="圆角矩形 22"/>
          <p:cNvSpPr/>
          <p:nvPr/>
        </p:nvSpPr>
        <p:spPr>
          <a:xfrm>
            <a:off x="6267366" y="2251081"/>
            <a:ext cx="1323239" cy="3599999"/>
          </a:xfrm>
          <a:prstGeom prst="roundRect">
            <a:avLst/>
          </a:prstGeom>
          <a:solidFill>
            <a:schemeClr val="lt1">
              <a:alpha val="0"/>
            </a:schemeClr>
          </a:solidFill>
          <a:ln w="38100">
            <a:solidFill>
              <a:srgbClr val="FFFF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zh-CN" altLang="en-US"/>
          </a:p>
        </p:txBody>
      </p:sp>
      <p:sp>
        <p:nvSpPr>
          <p:cNvPr id="24" name="TextBox 58"/>
          <p:cNvSpPr txBox="1"/>
          <p:nvPr/>
        </p:nvSpPr>
        <p:spPr>
          <a:xfrm>
            <a:off x="6265963" y="2381946"/>
            <a:ext cx="1324642" cy="589829"/>
          </a:xfrm>
          <a:prstGeom prst="rect">
            <a:avLst/>
          </a:prstGeom>
          <a:noFill/>
        </p:spPr>
        <p:txBody>
          <a:bodyPr wrap="square" rtlCol="0">
            <a:spAutoFit/>
          </a:bodyPr>
          <a:lstStyle/>
          <a:p>
            <a:pPr algn="ctr"/>
            <a:r>
              <a:rPr lang="zh-CN" altLang="en-US" sz="2000" b="1" i="1" dirty="0" smtClean="0">
                <a:solidFill>
                  <a:srgbClr val="00B0F0"/>
                </a:solidFill>
              </a:rPr>
              <a:t>三维建模</a:t>
            </a:r>
            <a:endParaRPr lang="zh-CN" altLang="en-US" sz="2000" b="1" i="1" dirty="0">
              <a:solidFill>
                <a:srgbClr val="00B0F0"/>
              </a:solidFill>
            </a:endParaRPr>
          </a:p>
        </p:txBody>
      </p:sp>
      <p:sp>
        <p:nvSpPr>
          <p:cNvPr id="25" name="圆角矩形 24"/>
          <p:cNvSpPr/>
          <p:nvPr/>
        </p:nvSpPr>
        <p:spPr>
          <a:xfrm>
            <a:off x="6435077" y="4663965"/>
            <a:ext cx="1092830" cy="715090"/>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rtlCol="0" anchor="ctr">
            <a:spAutoFit/>
          </a:bodyPr>
          <a:lstStyle/>
          <a:p>
            <a:pPr algn="ctr"/>
            <a:r>
              <a:rPr lang="zh-CN" altLang="en-US" b="1" dirty="0">
                <a:solidFill>
                  <a:srgbClr val="00B050"/>
                </a:solidFill>
              </a:rPr>
              <a:t>立</a:t>
            </a:r>
            <a:r>
              <a:rPr lang="zh-CN" altLang="en-US" b="1" dirty="0" smtClean="0">
                <a:solidFill>
                  <a:srgbClr val="00B050"/>
                </a:solidFill>
              </a:rPr>
              <a:t>面平面构造</a:t>
            </a:r>
            <a:endParaRPr lang="zh-CN" altLang="en-US" b="1" dirty="0">
              <a:solidFill>
                <a:srgbClr val="00B050"/>
              </a:solidFill>
            </a:endParaRPr>
          </a:p>
        </p:txBody>
      </p:sp>
      <p:sp>
        <p:nvSpPr>
          <p:cNvPr id="26" name="圆角矩形 25"/>
          <p:cNvSpPr/>
          <p:nvPr/>
        </p:nvSpPr>
        <p:spPr>
          <a:xfrm>
            <a:off x="6403908" y="3454219"/>
            <a:ext cx="1092830" cy="715090"/>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rtlCol="0" anchor="ctr">
            <a:spAutoFit/>
          </a:bodyPr>
          <a:lstStyle/>
          <a:p>
            <a:pPr algn="ctr"/>
            <a:r>
              <a:rPr lang="zh-CN" altLang="en-US" b="1" dirty="0">
                <a:solidFill>
                  <a:srgbClr val="00B050"/>
                </a:solidFill>
              </a:rPr>
              <a:t>立</a:t>
            </a:r>
            <a:r>
              <a:rPr lang="zh-CN" altLang="en-US" b="1" dirty="0" smtClean="0">
                <a:solidFill>
                  <a:srgbClr val="00B050"/>
                </a:solidFill>
              </a:rPr>
              <a:t>面深度提取</a:t>
            </a:r>
            <a:endParaRPr lang="zh-CN" altLang="en-US" b="1" dirty="0">
              <a:solidFill>
                <a:srgbClr val="00B050"/>
              </a:solidFill>
            </a:endParaRPr>
          </a:p>
        </p:txBody>
      </p:sp>
      <p:cxnSp>
        <p:nvCxnSpPr>
          <p:cNvPr id="27" name="形状 63"/>
          <p:cNvCxnSpPr/>
          <p:nvPr/>
        </p:nvCxnSpPr>
        <p:spPr>
          <a:xfrm>
            <a:off x="7673254" y="3716778"/>
            <a:ext cx="777658" cy="666522"/>
          </a:xfrm>
          <a:prstGeom prst="bentConnector2">
            <a:avLst/>
          </a:prstGeom>
          <a:ln>
            <a:solidFill>
              <a:schemeClr val="accent5">
                <a:alpha val="50000"/>
              </a:schemeClr>
            </a:solidFill>
            <a:tailEnd type="arrow"/>
          </a:ln>
        </p:spPr>
        <p:style>
          <a:lnRef idx="2">
            <a:schemeClr val="accent5"/>
          </a:lnRef>
          <a:fillRef idx="0">
            <a:schemeClr val="accent5"/>
          </a:fillRef>
          <a:effectRef idx="1">
            <a:schemeClr val="accent5"/>
          </a:effectRef>
          <a:fontRef idx="minor">
            <a:schemeClr val="tx1"/>
          </a:fontRef>
        </p:style>
      </p:cxnSp>
      <p:cxnSp>
        <p:nvCxnSpPr>
          <p:cNvPr id="28" name="直接箭头连接符 27"/>
          <p:cNvCxnSpPr/>
          <p:nvPr/>
        </p:nvCxnSpPr>
        <p:spPr>
          <a:xfrm>
            <a:off x="5342967" y="5147113"/>
            <a:ext cx="526453" cy="0"/>
          </a:xfrm>
          <a:prstGeom prst="straightConnector1">
            <a:avLst/>
          </a:prstGeom>
          <a:ln>
            <a:tailEnd type="arrow"/>
          </a:ln>
        </p:spPr>
        <p:style>
          <a:lnRef idx="2">
            <a:schemeClr val="accent5"/>
          </a:lnRef>
          <a:fillRef idx="0">
            <a:schemeClr val="accent5"/>
          </a:fillRef>
          <a:effectRef idx="1">
            <a:schemeClr val="accent5"/>
          </a:effectRef>
          <a:fontRef idx="minor">
            <a:schemeClr val="tx1"/>
          </a:fontRef>
        </p:style>
      </p:cxnSp>
      <p:cxnSp>
        <p:nvCxnSpPr>
          <p:cNvPr id="29" name="直接箭头连接符 28"/>
          <p:cNvCxnSpPr/>
          <p:nvPr/>
        </p:nvCxnSpPr>
        <p:spPr>
          <a:xfrm rot="10800000">
            <a:off x="6883577" y="4151286"/>
            <a:ext cx="0" cy="530701"/>
          </a:xfrm>
          <a:prstGeom prst="straightConnector1">
            <a:avLst/>
          </a:prstGeom>
          <a:ln>
            <a:tailEnd type="arrow"/>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14274521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latin typeface="Microsoft YaHei UI" panose="020B0503020204020204" pitchFamily="34" charset="-122"/>
                <a:ea typeface="Microsoft YaHei UI" panose="020B0503020204020204" pitchFamily="34" charset="-122"/>
              </a:rPr>
              <a:t>形状语义</a:t>
            </a:r>
            <a:endParaRPr lang="zh-CN" dirty="0">
              <a:latin typeface="Microsoft YaHei UI" panose="020B0503020204020204" pitchFamily="34" charset="-122"/>
              <a:ea typeface="Microsoft YaHei UI" panose="020B0503020204020204" pitchFamily="34" charset="-122"/>
            </a:endParaRPr>
          </a:p>
        </p:txBody>
      </p:sp>
      <p:sp>
        <p:nvSpPr>
          <p:cNvPr id="3" name="内容占位符 2"/>
          <p:cNvSpPr>
            <a:spLocks noGrp="1"/>
          </p:cNvSpPr>
          <p:nvPr>
            <p:ph idx="1"/>
          </p:nvPr>
        </p:nvSpPr>
        <p:spPr>
          <a:xfrm>
            <a:off x="604585" y="1696455"/>
            <a:ext cx="6060909" cy="3015716"/>
          </a:xfrm>
        </p:spPr>
        <p:txBody>
          <a:bodyPr>
            <a:normAutofit fontScale="77500" lnSpcReduction="20000"/>
          </a:bodyPr>
          <a:lstStyle/>
          <a:p>
            <a:pPr marL="128588" indent="-128588">
              <a:buClr>
                <a:srgbClr val="00B050"/>
              </a:buClr>
              <a:buFont typeface="Wingdings" panose="05000000000000000000" pitchFamily="2" charset="2"/>
              <a:buChar char="u"/>
            </a:pPr>
            <a:r>
              <a:rPr lang="zh-CN" altLang="en-US" sz="2800" b="1" dirty="0" smtClean="0">
                <a:solidFill>
                  <a:srgbClr val="0070C0"/>
                </a:solidFill>
                <a:latin typeface="微软雅黑" panose="020B0503020204020204" pitchFamily="34" charset="-122"/>
                <a:ea typeface="微软雅黑" panose="020B0503020204020204" pitchFamily="34" charset="-122"/>
              </a:rPr>
              <a:t>动态地描述复杂的结构化几何体的方法</a:t>
            </a:r>
            <a:endParaRPr lang="en-US" altLang="zh-CN" sz="2800" b="1" dirty="0" smtClean="0">
              <a:solidFill>
                <a:srgbClr val="0070C0"/>
              </a:solidFill>
              <a:latin typeface="微软雅黑" panose="020B0503020204020204" pitchFamily="34" charset="-122"/>
              <a:ea typeface="微软雅黑" panose="020B0503020204020204" pitchFamily="34" charset="-122"/>
            </a:endParaRPr>
          </a:p>
          <a:p>
            <a:pPr marL="128588" indent="-128588">
              <a:buClr>
                <a:srgbClr val="00B050"/>
              </a:buClr>
              <a:buFont typeface="Wingdings" panose="05000000000000000000" pitchFamily="2" charset="2"/>
              <a:buChar char="u"/>
            </a:pPr>
            <a:r>
              <a:rPr lang="zh-CN" altLang="en-US" sz="2800" b="1" dirty="0">
                <a:solidFill>
                  <a:srgbClr val="0070C0"/>
                </a:solidFill>
                <a:latin typeface="微软雅黑" panose="020B0503020204020204" pitchFamily="34" charset="-122"/>
                <a:ea typeface="微软雅黑" panose="020B0503020204020204" pitchFamily="34" charset="-122"/>
              </a:rPr>
              <a:t>分</a:t>
            </a:r>
            <a:r>
              <a:rPr lang="zh-CN" altLang="en-US" sz="2800" b="1" dirty="0" smtClean="0">
                <a:solidFill>
                  <a:srgbClr val="0070C0"/>
                </a:solidFill>
                <a:latin typeface="微软雅黑" panose="020B0503020204020204" pitchFamily="34" charset="-122"/>
                <a:ea typeface="微软雅黑" panose="020B0503020204020204" pitchFamily="34" charset="-122"/>
              </a:rPr>
              <a:t>形、植物、建筑可以通过一些基本的操作一步步递归地以一种简单的方式生成</a:t>
            </a:r>
            <a:endParaRPr lang="en-US" altLang="zh-CN" sz="2800" b="1" dirty="0" smtClean="0">
              <a:solidFill>
                <a:srgbClr val="0070C0"/>
              </a:solidFill>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ü"/>
            </a:pPr>
            <a:r>
              <a:rPr lang="en-US" altLang="zh-CN" sz="2400" dirty="0" smtClean="0">
                <a:solidFill>
                  <a:schemeClr val="tx1"/>
                </a:solidFill>
                <a:latin typeface="微软雅黑" panose="020B0503020204020204" pitchFamily="34" charset="-122"/>
                <a:ea typeface="微软雅黑" panose="020B0503020204020204" pitchFamily="34" charset="-122"/>
              </a:rPr>
              <a:t>L</a:t>
            </a:r>
            <a:r>
              <a:rPr lang="zh-CN" altLang="en-US" sz="2400" dirty="0" smtClean="0">
                <a:solidFill>
                  <a:schemeClr val="tx1"/>
                </a:solidFill>
                <a:latin typeface="微软雅黑" panose="020B0503020204020204" pitchFamily="34" charset="-122"/>
                <a:ea typeface="微软雅黑" panose="020B0503020204020204" pitchFamily="34" charset="-122"/>
              </a:rPr>
              <a:t>系统</a:t>
            </a:r>
            <a:endParaRPr lang="en-US" altLang="zh-CN" sz="2400" dirty="0" smtClean="0">
              <a:solidFill>
                <a:schemeClr val="tx1"/>
              </a:solidFill>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ü"/>
            </a:pPr>
            <a:r>
              <a:rPr lang="zh-CN" altLang="en-US" sz="2400" dirty="0">
                <a:solidFill>
                  <a:schemeClr val="tx1"/>
                </a:solidFill>
                <a:latin typeface="微软雅黑" panose="020B0503020204020204" pitchFamily="34" charset="-122"/>
                <a:ea typeface="微软雅黑" panose="020B0503020204020204" pitchFamily="34" charset="-122"/>
              </a:rPr>
              <a:t>二</a:t>
            </a:r>
            <a:r>
              <a:rPr lang="zh-CN" altLang="en-US" sz="2400" dirty="0" smtClean="0">
                <a:solidFill>
                  <a:schemeClr val="tx1"/>
                </a:solidFill>
                <a:latin typeface="微软雅黑" panose="020B0503020204020204" pitchFamily="34" charset="-122"/>
                <a:ea typeface="微软雅黑" panose="020B0503020204020204" pitchFamily="34" charset="-122"/>
              </a:rPr>
              <a:t>分形状语义</a:t>
            </a:r>
            <a:endParaRPr lang="en-US" altLang="zh-CN" sz="2400" dirty="0" smtClean="0">
              <a:solidFill>
                <a:schemeClr val="tx1"/>
              </a:solidFill>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ü"/>
            </a:pPr>
            <a:endParaRPr lang="zh-CN" dirty="0">
              <a:latin typeface="Microsoft YaHei UI" panose="020B0503020204020204" pitchFamily="34" charset="-122"/>
              <a:ea typeface="Microsoft YaHei UI" panose="020B0503020204020204" pitchFamily="34" charset="-122"/>
            </a:endParaRPr>
          </a:p>
        </p:txBody>
      </p:sp>
      <p:pic>
        <p:nvPicPr>
          <p:cNvPr id="1026" name="Picture 2" descr="C:\Users\drifters\Downloads\cvpr2010\images\monge_119bis.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89558" y="2498919"/>
            <a:ext cx="2257425" cy="3964781"/>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3" descr="D:\Xu Xiang\new_workspace\graduation-thesis-defenses\images\486px-Serpinski_Lsystem.svg.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1258" y="4736234"/>
            <a:ext cx="1892597" cy="16200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D:\Xu Xiang\new_workspace\graduation-thesis-defenses\images\320px-Fractal_weeds.jp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453752" y="4589598"/>
            <a:ext cx="3048000" cy="17907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28676004"/>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down)">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down)">
                                      <p:cBhvr>
                                        <p:cTn id="12" dur="500"/>
                                        <p:tgtEl>
                                          <p:spTgt spid="3">
                                            <p:txEl>
                                              <p:pRg st="1" end="1"/>
                                            </p:txEl>
                                          </p:spTgt>
                                        </p:tgtEl>
                                      </p:cBhvr>
                                    </p:animEffect>
                                  </p:childTnLst>
                                </p:cTn>
                              </p:par>
                              <p:par>
                                <p:cTn id="13" presetID="22" presetClass="entr" presetSubtype="4" fill="hold" nodeType="withEffect">
                                  <p:stCondLst>
                                    <p:cond delay="0"/>
                                  </p:stCondLst>
                                  <p:childTnLst>
                                    <p:set>
                                      <p:cBhvr>
                                        <p:cTn id="14" dur="1" fill="hold">
                                          <p:stCondLst>
                                            <p:cond delay="0"/>
                                          </p:stCondLst>
                                        </p:cTn>
                                        <p:tgtEl>
                                          <p:spTgt spid="1026"/>
                                        </p:tgtEl>
                                        <p:attrNameLst>
                                          <p:attrName>style.visibility</p:attrName>
                                        </p:attrNameLst>
                                      </p:cBhvr>
                                      <p:to>
                                        <p:strVal val="visible"/>
                                      </p:to>
                                    </p:set>
                                    <p:animEffect transition="in" filter="wipe(down)">
                                      <p:cBhvr>
                                        <p:cTn id="15" dur="500"/>
                                        <p:tgtEl>
                                          <p:spTgt spid="1026"/>
                                        </p:tgtEl>
                                      </p:cBhvr>
                                    </p:animEffect>
                                  </p:childTnLst>
                                </p:cTn>
                              </p:par>
                              <p:par>
                                <p:cTn id="16" presetID="22" presetClass="entr" presetSubtype="4" fill="hold" nodeType="withEffect">
                                  <p:stCondLst>
                                    <p:cond delay="0"/>
                                  </p:stCondLst>
                                  <p:childTnLst>
                                    <p:set>
                                      <p:cBhvr>
                                        <p:cTn id="17" dur="1" fill="hold">
                                          <p:stCondLst>
                                            <p:cond delay="0"/>
                                          </p:stCondLst>
                                        </p:cTn>
                                        <p:tgtEl>
                                          <p:spTgt spid="1028"/>
                                        </p:tgtEl>
                                        <p:attrNameLst>
                                          <p:attrName>style.visibility</p:attrName>
                                        </p:attrNameLst>
                                      </p:cBhvr>
                                      <p:to>
                                        <p:strVal val="visible"/>
                                      </p:to>
                                    </p:set>
                                    <p:animEffect transition="in" filter="wipe(down)">
                                      <p:cBhvr>
                                        <p:cTn id="18" dur="500"/>
                                        <p:tgtEl>
                                          <p:spTgt spid="1028"/>
                                        </p:tgtEl>
                                      </p:cBhvr>
                                    </p:animEffect>
                                  </p:childTnLst>
                                </p:cTn>
                              </p:par>
                              <p:par>
                                <p:cTn id="19" presetID="22" presetClass="entr" presetSubtype="4" fill="hold" nodeType="withEffect">
                                  <p:stCondLst>
                                    <p:cond delay="0"/>
                                  </p:stCondLst>
                                  <p:childTnLst>
                                    <p:set>
                                      <p:cBhvr>
                                        <p:cTn id="20" dur="1" fill="hold">
                                          <p:stCondLst>
                                            <p:cond delay="0"/>
                                          </p:stCondLst>
                                        </p:cTn>
                                        <p:tgtEl>
                                          <p:spTgt spid="1027"/>
                                        </p:tgtEl>
                                        <p:attrNameLst>
                                          <p:attrName>style.visibility</p:attrName>
                                        </p:attrNameLst>
                                      </p:cBhvr>
                                      <p:to>
                                        <p:strVal val="visible"/>
                                      </p:to>
                                    </p:set>
                                    <p:animEffect transition="in" filter="wipe(down)">
                                      <p:cBhvr>
                                        <p:cTn id="21" dur="500"/>
                                        <p:tgtEl>
                                          <p:spTgt spid="102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grpId="0" nodeType="clickEffect">
                                  <p:stCondLst>
                                    <p:cond delay="0"/>
                                  </p:stCondLst>
                                  <p:childTnLst>
                                    <p:set>
                                      <p:cBhvr>
                                        <p:cTn id="25" dur="1" fill="hold">
                                          <p:stCondLst>
                                            <p:cond delay="0"/>
                                          </p:stCondLst>
                                        </p:cTn>
                                        <p:tgtEl>
                                          <p:spTgt spid="3">
                                            <p:txEl>
                                              <p:pRg st="2" end="2"/>
                                            </p:txEl>
                                          </p:spTgt>
                                        </p:tgtEl>
                                        <p:attrNameLst>
                                          <p:attrName>style.visibility</p:attrName>
                                        </p:attrNameLst>
                                      </p:cBhvr>
                                      <p:to>
                                        <p:strVal val="visible"/>
                                      </p:to>
                                    </p:set>
                                    <p:animEffect transition="in" filter="wipe(down)">
                                      <p:cBhvr>
                                        <p:cTn id="26" dur="500"/>
                                        <p:tgtEl>
                                          <p:spTgt spid="3">
                                            <p:txEl>
                                              <p:pRg st="2" end="2"/>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4" fill="hold" grpId="0" nodeType="clickEffect">
                                  <p:stCondLst>
                                    <p:cond delay="0"/>
                                  </p:stCondLst>
                                  <p:childTnLst>
                                    <p:set>
                                      <p:cBhvr>
                                        <p:cTn id="30" dur="1" fill="hold">
                                          <p:stCondLst>
                                            <p:cond delay="0"/>
                                          </p:stCondLst>
                                        </p:cTn>
                                        <p:tgtEl>
                                          <p:spTgt spid="3">
                                            <p:txEl>
                                              <p:pRg st="3" end="3"/>
                                            </p:txEl>
                                          </p:spTgt>
                                        </p:tgtEl>
                                        <p:attrNameLst>
                                          <p:attrName>style.visibility</p:attrName>
                                        </p:attrNameLst>
                                      </p:cBhvr>
                                      <p:to>
                                        <p:strVal val="visible"/>
                                      </p:to>
                                    </p:set>
                                    <p:animEffect transition="in" filter="wipe(down)">
                                      <p:cBhvr>
                                        <p:cTn id="31"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smtClean="0"/>
              <a:t>二分形状语义</a:t>
            </a:r>
            <a:endParaRPr lang="zh-CN" altLang="en-US" dirty="0"/>
          </a:p>
        </p:txBody>
      </p:sp>
      <p:sp>
        <p:nvSpPr>
          <p:cNvPr id="3" name="Content Placeholder 2"/>
          <p:cNvSpPr>
            <a:spLocks noGrp="1"/>
          </p:cNvSpPr>
          <p:nvPr>
            <p:ph idx="1"/>
          </p:nvPr>
        </p:nvSpPr>
        <p:spPr>
          <a:xfrm>
            <a:off x="453327" y="1885782"/>
            <a:ext cx="5117295" cy="5068469"/>
          </a:xfrm>
        </p:spPr>
        <p:txBody>
          <a:bodyPr>
            <a:normAutofit fontScale="70000" lnSpcReduction="20000"/>
          </a:bodyPr>
          <a:lstStyle/>
          <a:p>
            <a:pPr marL="214313" indent="-214313">
              <a:lnSpc>
                <a:spcPct val="120000"/>
              </a:lnSpc>
              <a:buClr>
                <a:srgbClr val="00B050"/>
              </a:buClr>
              <a:buFont typeface="Wingdings" panose="05000000000000000000" pitchFamily="2" charset="2"/>
              <a:buChar char="u"/>
            </a:pPr>
            <a:r>
              <a:rPr lang="zh-CN" altLang="en-US" sz="3100" dirty="0" smtClean="0">
                <a:solidFill>
                  <a:srgbClr val="0070C0"/>
                </a:solidFill>
                <a:latin typeface="微软雅黑" panose="020B0503020204020204" pitchFamily="34" charset="-122"/>
                <a:ea typeface="微软雅黑" panose="020B0503020204020204" pitchFamily="34" charset="-122"/>
              </a:rPr>
              <a:t>基本形状 </a:t>
            </a:r>
            <a:r>
              <a:rPr lang="en-US" altLang="zh-CN" sz="3100" dirty="0" smtClean="0">
                <a:solidFill>
                  <a:schemeClr val="tx1"/>
                </a:solidFill>
                <a:latin typeface="微软雅黑" panose="020B0503020204020204" pitchFamily="34" charset="-122"/>
                <a:ea typeface="微软雅黑" panose="020B0503020204020204" pitchFamily="34" charset="-122"/>
              </a:rPr>
              <a:t>S(x, y, w, h, label)</a:t>
            </a:r>
            <a:endParaRPr lang="en-US" altLang="zh-CN" sz="3100" dirty="0">
              <a:solidFill>
                <a:schemeClr val="tx1"/>
              </a:solidFill>
              <a:latin typeface="微软雅黑" panose="020B0503020204020204" pitchFamily="34" charset="-122"/>
              <a:ea typeface="微软雅黑" panose="020B0503020204020204" pitchFamily="34" charset="-122"/>
            </a:endParaRPr>
          </a:p>
          <a:p>
            <a:pPr marL="214313" indent="-214313">
              <a:lnSpc>
                <a:spcPct val="120000"/>
              </a:lnSpc>
              <a:buClr>
                <a:srgbClr val="00B050"/>
              </a:buClr>
              <a:buFont typeface="Wingdings" panose="05000000000000000000" pitchFamily="2" charset="2"/>
              <a:buChar char="u"/>
            </a:pPr>
            <a:r>
              <a:rPr lang="zh-CN" altLang="en-US" sz="3100" dirty="0" smtClean="0">
                <a:solidFill>
                  <a:srgbClr val="0070C0"/>
                </a:solidFill>
                <a:latin typeface="微软雅黑" panose="020B0503020204020204" pitchFamily="34" charset="-122"/>
                <a:ea typeface="微软雅黑" panose="020B0503020204020204" pitchFamily="34" charset="-122"/>
              </a:rPr>
              <a:t>语义规则</a:t>
            </a:r>
            <a:endParaRPr lang="en-US" altLang="zh-CN" sz="3100" dirty="0" smtClean="0">
              <a:solidFill>
                <a:srgbClr val="0070C0"/>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zh-CN" altLang="en-US" sz="2600" dirty="0">
                <a:solidFill>
                  <a:schemeClr val="tx1"/>
                </a:solidFill>
                <a:latin typeface="微软雅黑" panose="020B0503020204020204" pitchFamily="34" charset="-122"/>
                <a:ea typeface="微软雅黑" panose="020B0503020204020204" pitchFamily="34" charset="-122"/>
              </a:rPr>
              <a:t>一</a:t>
            </a:r>
            <a:r>
              <a:rPr lang="zh-CN" altLang="en-US" sz="2600" dirty="0" smtClean="0">
                <a:solidFill>
                  <a:schemeClr val="tx1"/>
                </a:solidFill>
                <a:latin typeface="微软雅黑" panose="020B0503020204020204" pitchFamily="34" charset="-122"/>
                <a:ea typeface="微软雅黑" panose="020B0503020204020204" pitchFamily="34" charset="-122"/>
              </a:rPr>
              <a:t>个形状只能沿着水平或竖直方向剖分为两个</a:t>
            </a:r>
            <a:r>
              <a:rPr lang="zh-CN" altLang="en-US" sz="2600" dirty="0">
                <a:solidFill>
                  <a:schemeClr val="tx1"/>
                </a:solidFill>
                <a:latin typeface="微软雅黑" panose="020B0503020204020204" pitchFamily="34" charset="-122"/>
                <a:ea typeface="微软雅黑" panose="020B0503020204020204" pitchFamily="34" charset="-122"/>
              </a:rPr>
              <a:t>子</a:t>
            </a:r>
            <a:r>
              <a:rPr lang="zh-CN" altLang="en-US" sz="2600" dirty="0" smtClean="0">
                <a:solidFill>
                  <a:schemeClr val="tx1"/>
                </a:solidFill>
                <a:latin typeface="微软雅黑" panose="020B0503020204020204" pitchFamily="34" charset="-122"/>
                <a:ea typeface="微软雅黑" panose="020B0503020204020204" pitchFamily="34" charset="-122"/>
              </a:rPr>
              <a:t>形状</a:t>
            </a:r>
            <a:endParaRPr lang="en-US" altLang="zh-CN" sz="2600" dirty="0" smtClean="0">
              <a:solidFill>
                <a:schemeClr val="tx1"/>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zh-CN" altLang="en-US" sz="2600" dirty="0" smtClean="0">
                <a:solidFill>
                  <a:schemeClr val="tx1"/>
                </a:solidFill>
                <a:latin typeface="微软雅黑" panose="020B0503020204020204" pitchFamily="34" charset="-122"/>
                <a:ea typeface="微软雅黑" panose="020B0503020204020204" pitchFamily="34" charset="-122"/>
              </a:rPr>
              <a:t>可以被剖分的基本形状称为非终端形状</a:t>
            </a:r>
            <a:endParaRPr lang="en-US" altLang="zh-CN" sz="2600" dirty="0">
              <a:solidFill>
                <a:schemeClr val="tx1"/>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zh-CN" altLang="en-US" sz="2600" dirty="0" smtClean="0">
                <a:solidFill>
                  <a:schemeClr val="tx1"/>
                </a:solidFill>
                <a:latin typeface="微软雅黑" panose="020B0503020204020204" pitchFamily="34" charset="-122"/>
                <a:ea typeface="微软雅黑" panose="020B0503020204020204" pitchFamily="34" charset="-122"/>
              </a:rPr>
              <a:t>不可以被继续剖分的形状称为终端形状</a:t>
            </a:r>
            <a:endParaRPr lang="en-US" altLang="zh-CN" sz="2600" dirty="0" smtClean="0">
              <a:solidFill>
                <a:schemeClr val="tx1"/>
              </a:solidFill>
              <a:latin typeface="微软雅黑" panose="020B0503020204020204" pitchFamily="34" charset="-122"/>
              <a:ea typeface="微软雅黑" panose="020B0503020204020204" pitchFamily="34" charset="-122"/>
            </a:endParaRPr>
          </a:p>
          <a:p>
            <a:pPr marL="214313" indent="-214313">
              <a:lnSpc>
                <a:spcPct val="120000"/>
              </a:lnSpc>
              <a:buClr>
                <a:srgbClr val="00B050"/>
              </a:buClr>
              <a:buFont typeface="Wingdings" panose="05000000000000000000" pitchFamily="2" charset="2"/>
              <a:buChar char="u"/>
            </a:pPr>
            <a:r>
              <a:rPr lang="zh-CN" altLang="en-US" sz="3100" dirty="0" smtClean="0">
                <a:solidFill>
                  <a:srgbClr val="0070C0"/>
                </a:solidFill>
                <a:latin typeface="微软雅黑" panose="020B0503020204020204" pitchFamily="34" charset="-122"/>
                <a:ea typeface="微软雅黑" panose="020B0503020204020204" pitchFamily="34" charset="-122"/>
              </a:rPr>
              <a:t>二分形状语义生成形状的过程</a:t>
            </a:r>
            <a:endParaRPr lang="en-US" altLang="zh-CN" sz="3100" dirty="0" smtClean="0">
              <a:solidFill>
                <a:srgbClr val="0070C0"/>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zh-CN" altLang="en-US" sz="2900" dirty="0" smtClean="0">
                <a:solidFill>
                  <a:schemeClr val="tx1"/>
                </a:solidFill>
                <a:latin typeface="微软雅黑" panose="020B0503020204020204" pitchFamily="34" charset="-122"/>
                <a:ea typeface="微软雅黑" panose="020B0503020204020204" pitchFamily="34" charset="-122"/>
              </a:rPr>
              <a:t>对初始形状不断应用语义规则，</a:t>
            </a:r>
            <a:r>
              <a:rPr lang="zh-CN" altLang="en-US" sz="2900" dirty="0">
                <a:solidFill>
                  <a:schemeClr val="tx1"/>
                </a:solidFill>
                <a:latin typeface="微软雅黑" panose="020B0503020204020204" pitchFamily="34" charset="-122"/>
                <a:ea typeface="微软雅黑" panose="020B0503020204020204" pitchFamily="34" charset="-122"/>
              </a:rPr>
              <a:t>直到</a:t>
            </a:r>
            <a:r>
              <a:rPr lang="zh-CN" altLang="en-US" sz="2900" dirty="0" smtClean="0">
                <a:solidFill>
                  <a:schemeClr val="tx1"/>
                </a:solidFill>
                <a:latin typeface="微软雅黑" panose="020B0503020204020204" pitchFamily="34" charset="-122"/>
                <a:ea typeface="微软雅黑" panose="020B0503020204020204" pitchFamily="34" charset="-122"/>
              </a:rPr>
              <a:t>所有的形状都是终端形状为止</a:t>
            </a:r>
            <a:endParaRPr lang="en-US" altLang="zh-CN" sz="2900" dirty="0" smtClean="0">
              <a:solidFill>
                <a:schemeClr val="tx1"/>
              </a:solidFill>
              <a:latin typeface="微软雅黑" panose="020B0503020204020204" pitchFamily="34" charset="-122"/>
              <a:ea typeface="微软雅黑" panose="020B0503020204020204" pitchFamily="34" charset="-122"/>
            </a:endParaRPr>
          </a:p>
          <a:p>
            <a:pPr lvl="1" indent="0">
              <a:buClr>
                <a:srgbClr val="00B050"/>
              </a:buClr>
              <a:buNone/>
            </a:pPr>
            <a:endParaRPr lang="en-US" altLang="zh-CN" dirty="0" smtClean="0"/>
          </a:p>
        </p:txBody>
      </p:sp>
      <p:graphicFrame>
        <p:nvGraphicFramePr>
          <p:cNvPr id="5" name="图示 4"/>
          <p:cNvGraphicFramePr/>
          <p:nvPr>
            <p:extLst>
              <p:ext uri="{D42A27DB-BD31-4B8C-83A1-F6EECF244321}">
                <p14:modId xmlns:p14="http://schemas.microsoft.com/office/powerpoint/2010/main" val="3407892635"/>
              </p:ext>
            </p:extLst>
          </p:nvPr>
        </p:nvGraphicFramePr>
        <p:xfrm>
          <a:off x="4729416" y="1726226"/>
          <a:ext cx="4320000" cy="4064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1397890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2" presetClass="entr" presetSubtype="4" fill="hold" grpId="0" nodeType="clickEffect">
                                  <p:stCondLst>
                                    <p:cond delay="0"/>
                                  </p:stCondLst>
                                  <p:childTnLst>
                                    <p:set>
                                      <p:cBhvr>
                                        <p:cTn id="32" dur="1" fill="hold">
                                          <p:stCondLst>
                                            <p:cond delay="0"/>
                                          </p:stCondLst>
                                        </p:cTn>
                                        <p:tgtEl>
                                          <p:spTgt spid="5"/>
                                        </p:tgtEl>
                                        <p:attrNameLst>
                                          <p:attrName>style.visibility</p:attrName>
                                        </p:attrNameLst>
                                      </p:cBhvr>
                                      <p:to>
                                        <p:strVal val="visible"/>
                                      </p:to>
                                    </p:set>
                                    <p:anim calcmode="lin" valueType="num">
                                      <p:cBhvr additive="base">
                                        <p:cTn id="33" dur="500" fill="hold"/>
                                        <p:tgtEl>
                                          <p:spTgt spid="5"/>
                                        </p:tgtEl>
                                        <p:attrNameLst>
                                          <p:attrName>ppt_x</p:attrName>
                                        </p:attrNameLst>
                                      </p:cBhvr>
                                      <p:tavLst>
                                        <p:tav tm="0">
                                          <p:val>
                                            <p:strVal val="#ppt_x"/>
                                          </p:val>
                                        </p:tav>
                                        <p:tav tm="100000">
                                          <p:val>
                                            <p:strVal val="#ppt_x"/>
                                          </p:val>
                                        </p:tav>
                                      </p:tavLst>
                                    </p:anim>
                                    <p:anim calcmode="lin" valueType="num">
                                      <p:cBhvr additive="base">
                                        <p:cTn id="3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Graphic spid="5" grpId="0">
        <p:bldAsOne/>
      </p:bldGraphic>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3327" y="-40944"/>
            <a:ext cx="8062025" cy="1208868"/>
          </a:xfrm>
        </p:spPr>
        <p:txBody>
          <a:bodyPr/>
          <a:lstStyle/>
          <a:p>
            <a:r>
              <a:rPr lang="zh-CN" altLang="en-US" dirty="0"/>
              <a:t>示例：用二分形状语义表示一个简单的建筑立面</a:t>
            </a:r>
          </a:p>
        </p:txBody>
      </p:sp>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91987" y="2102352"/>
            <a:ext cx="4652013" cy="39735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Content Placeholder 2"/>
          <p:cNvSpPr txBox="1">
            <a:spLocks/>
          </p:cNvSpPr>
          <p:nvPr/>
        </p:nvSpPr>
        <p:spPr>
          <a:xfrm>
            <a:off x="126526" y="1720357"/>
            <a:ext cx="5117295" cy="5068469"/>
          </a:xfrm>
          <a:prstGeom prst="rect">
            <a:avLst/>
          </a:prstGeom>
        </p:spPr>
        <p:txBody>
          <a:bodyPr vert="horz" lIns="91440" tIns="45720" rIns="91440" bIns="45720" rtlCol="0">
            <a:normAutofit fontScale="62500" lnSpcReduction="20000"/>
          </a:bodyPr>
          <a:lstStyle>
            <a:lvl1pPr marL="0" indent="0" algn="l" defTabSz="685800" rtl="0" eaLnBrk="1" latinLnBrk="0" hangingPunct="1">
              <a:lnSpc>
                <a:spcPct val="150000"/>
              </a:lnSpc>
              <a:spcBef>
                <a:spcPct val="30000"/>
              </a:spcBef>
              <a:spcAft>
                <a:spcPts val="900"/>
              </a:spcAft>
              <a:buFont typeface="Arial" panose="020B0604020202020204" pitchFamily="34" charset="0"/>
              <a:buNone/>
              <a:defRPr lang="zh-CN" sz="1200" kern="1200">
                <a:solidFill>
                  <a:schemeClr val="bg1">
                    <a:lumMod val="50000"/>
                  </a:schemeClr>
                </a:solidFill>
                <a:latin typeface="Microsoft YaHei UI" panose="020B0503020204020204" pitchFamily="34" charset="-122"/>
                <a:ea typeface="Microsoft YaHei UI" panose="020B0503020204020204" pitchFamily="34" charset="-122"/>
                <a:cs typeface="+mn-cs"/>
              </a:defRPr>
            </a:lvl1pPr>
            <a:lvl2pPr marL="514350" indent="-171450" algn="l" defTabSz="685800" rtl="0" eaLnBrk="1" latinLnBrk="0" hangingPunct="1">
              <a:lnSpc>
                <a:spcPct val="150000"/>
              </a:lnSpc>
              <a:spcBef>
                <a:spcPct val="30000"/>
              </a:spcBef>
              <a:spcAft>
                <a:spcPts val="900"/>
              </a:spcAft>
              <a:buFont typeface="Arial" panose="020B0604020202020204" pitchFamily="34" charset="0"/>
              <a:buChar char="•"/>
              <a:defRPr lang="zh-CN" sz="1050" kern="1200">
                <a:solidFill>
                  <a:schemeClr val="bg1">
                    <a:lumMod val="50000"/>
                  </a:schemeClr>
                </a:solidFill>
                <a:latin typeface="Microsoft YaHei UI" panose="020B0503020204020204" pitchFamily="34" charset="-122"/>
                <a:ea typeface="Microsoft YaHei UI" panose="020B0503020204020204" pitchFamily="34" charset="-122"/>
                <a:cs typeface="+mn-cs"/>
              </a:defRPr>
            </a:lvl2pPr>
            <a:lvl3pPr marL="857250" indent="-171450" algn="l" defTabSz="685800" rtl="0" eaLnBrk="1" latinLnBrk="0" hangingPunct="1">
              <a:lnSpc>
                <a:spcPct val="150000"/>
              </a:lnSpc>
              <a:spcBef>
                <a:spcPct val="30000"/>
              </a:spcBef>
              <a:spcAft>
                <a:spcPts val="900"/>
              </a:spcAft>
              <a:buFont typeface="Arial" panose="020B0604020202020204" pitchFamily="34" charset="0"/>
              <a:buChar char="•"/>
              <a:defRPr lang="zh-CN" sz="900" kern="1200">
                <a:solidFill>
                  <a:schemeClr val="bg1">
                    <a:lumMod val="50000"/>
                  </a:schemeClr>
                </a:solidFill>
                <a:latin typeface="Microsoft YaHei UI" panose="020B0503020204020204" pitchFamily="34" charset="-122"/>
                <a:ea typeface="Microsoft YaHei UI" panose="020B0503020204020204" pitchFamily="34" charset="-122"/>
                <a:cs typeface="+mn-cs"/>
              </a:defRPr>
            </a:lvl3pPr>
            <a:lvl4pPr marL="1200150" indent="-171450" algn="l" defTabSz="685800" rtl="0" eaLnBrk="1" latinLnBrk="0" hangingPunct="1">
              <a:lnSpc>
                <a:spcPct val="150000"/>
              </a:lnSpc>
              <a:spcBef>
                <a:spcPct val="30000"/>
              </a:spcBef>
              <a:spcAft>
                <a:spcPts val="900"/>
              </a:spcAft>
              <a:buFont typeface="Arial" panose="020B0604020202020204" pitchFamily="34" charset="0"/>
              <a:buChar char="•"/>
              <a:defRPr lang="zh-CN" sz="825" kern="1200">
                <a:solidFill>
                  <a:schemeClr val="bg1">
                    <a:lumMod val="50000"/>
                  </a:schemeClr>
                </a:solidFill>
                <a:latin typeface="Microsoft YaHei UI" panose="020B0503020204020204" pitchFamily="34" charset="-122"/>
                <a:ea typeface="Microsoft YaHei UI" panose="020B0503020204020204" pitchFamily="34" charset="-122"/>
                <a:cs typeface="+mn-cs"/>
              </a:defRPr>
            </a:lvl4pPr>
            <a:lvl5pPr marL="1543050" indent="-171450" algn="l" defTabSz="685800" rtl="0" eaLnBrk="1" latinLnBrk="0" hangingPunct="1">
              <a:lnSpc>
                <a:spcPct val="150000"/>
              </a:lnSpc>
              <a:spcBef>
                <a:spcPct val="30000"/>
              </a:spcBef>
              <a:spcAft>
                <a:spcPts val="900"/>
              </a:spcAft>
              <a:buFont typeface="Arial" panose="020B0604020202020204" pitchFamily="34" charset="0"/>
              <a:buChar char="•"/>
              <a:defRPr lang="zh-CN" sz="825" kern="1200">
                <a:solidFill>
                  <a:schemeClr val="bg1">
                    <a:lumMod val="50000"/>
                  </a:schemeClr>
                </a:solidFill>
                <a:latin typeface="Microsoft YaHei UI" panose="020B0503020204020204" pitchFamily="34" charset="-122"/>
                <a:ea typeface="Microsoft YaHei UI" panose="020B0503020204020204" pitchFamily="34" charset="-122"/>
                <a:cs typeface="+mn-cs"/>
              </a:defRPr>
            </a:lvl5pPr>
            <a:lvl6pPr marL="18859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6pPr>
            <a:lvl7pPr marL="22288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7pPr>
            <a:lvl8pPr marL="25717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8pPr>
            <a:lvl9pPr marL="29146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9pPr>
          </a:lstStyle>
          <a:p>
            <a:pPr marL="214313" indent="-214313">
              <a:lnSpc>
                <a:spcPct val="120000"/>
              </a:lnSpc>
              <a:buClr>
                <a:srgbClr val="00B050"/>
              </a:buClr>
              <a:buFont typeface="Wingdings" panose="05000000000000000000" pitchFamily="2" charset="2"/>
              <a:buChar char="u"/>
            </a:pPr>
            <a:r>
              <a:rPr lang="zh-CN" altLang="en-US" sz="3100" dirty="0" smtClean="0">
                <a:solidFill>
                  <a:srgbClr val="0070C0"/>
                </a:solidFill>
                <a:latin typeface="微软雅黑" panose="020B0503020204020204" pitchFamily="34" charset="-122"/>
                <a:ea typeface="微软雅黑" panose="020B0503020204020204" pitchFamily="34" charset="-122"/>
              </a:rPr>
              <a:t>初始形状：</a:t>
            </a:r>
            <a:r>
              <a:rPr lang="en-US" altLang="zh-CN" sz="3100" dirty="0" smtClean="0">
                <a:solidFill>
                  <a:schemeClr val="tx1"/>
                </a:solidFill>
                <a:latin typeface="微软雅黑" panose="020B0503020204020204" pitchFamily="34" charset="-122"/>
                <a:ea typeface="微软雅黑" panose="020B0503020204020204" pitchFamily="34" charset="-122"/>
              </a:rPr>
              <a:t>façade</a:t>
            </a:r>
          </a:p>
          <a:p>
            <a:pPr marL="214313" indent="-214313">
              <a:lnSpc>
                <a:spcPct val="120000"/>
              </a:lnSpc>
              <a:buClr>
                <a:srgbClr val="00B050"/>
              </a:buClr>
              <a:buFont typeface="Wingdings" panose="05000000000000000000" pitchFamily="2" charset="2"/>
              <a:buChar char="u"/>
            </a:pPr>
            <a:r>
              <a:rPr lang="zh-CN" altLang="en-US" sz="3100" dirty="0" smtClean="0">
                <a:solidFill>
                  <a:srgbClr val="0070C0"/>
                </a:solidFill>
                <a:latin typeface="微软雅黑" panose="020B0503020204020204" pitchFamily="34" charset="-122"/>
                <a:ea typeface="微软雅黑" panose="020B0503020204020204" pitchFamily="34" charset="-122"/>
              </a:rPr>
              <a:t>终端形状：</a:t>
            </a:r>
            <a:r>
              <a:rPr lang="en-US" altLang="zh-CN" sz="3100" dirty="0" smtClean="0">
                <a:solidFill>
                  <a:schemeClr val="tx1"/>
                </a:solidFill>
                <a:latin typeface="微软雅黑" panose="020B0503020204020204" pitchFamily="34" charset="-122"/>
                <a:ea typeface="微软雅黑" panose="020B0503020204020204" pitchFamily="34" charset="-122"/>
              </a:rPr>
              <a:t>window</a:t>
            </a:r>
            <a:r>
              <a:rPr lang="zh-CN" altLang="en-US" sz="3100" dirty="0" smtClean="0">
                <a:solidFill>
                  <a:schemeClr val="tx1"/>
                </a:solidFill>
                <a:latin typeface="微软雅黑" panose="020B0503020204020204" pitchFamily="34" charset="-122"/>
                <a:ea typeface="微软雅黑" panose="020B0503020204020204" pitchFamily="34" charset="-122"/>
              </a:rPr>
              <a:t>、</a:t>
            </a:r>
            <a:r>
              <a:rPr lang="en-US" altLang="zh-CN" sz="3100" dirty="0" smtClean="0">
                <a:solidFill>
                  <a:schemeClr val="tx1"/>
                </a:solidFill>
                <a:latin typeface="微软雅黑" panose="020B0503020204020204" pitchFamily="34" charset="-122"/>
                <a:ea typeface="微软雅黑" panose="020B0503020204020204" pitchFamily="34" charset="-122"/>
              </a:rPr>
              <a:t>wall</a:t>
            </a:r>
          </a:p>
          <a:p>
            <a:pPr marL="214313" indent="-214313">
              <a:lnSpc>
                <a:spcPct val="120000"/>
              </a:lnSpc>
              <a:buClr>
                <a:srgbClr val="00B050"/>
              </a:buClr>
              <a:buFont typeface="Wingdings" panose="05000000000000000000" pitchFamily="2" charset="2"/>
              <a:buChar char="u"/>
            </a:pPr>
            <a:r>
              <a:rPr lang="zh-CN" altLang="en-US" sz="3100" dirty="0">
                <a:solidFill>
                  <a:srgbClr val="0070C0"/>
                </a:solidFill>
                <a:latin typeface="微软雅黑" panose="020B0503020204020204" pitchFamily="34" charset="-122"/>
                <a:ea typeface="微软雅黑" panose="020B0503020204020204" pitchFamily="34" charset="-122"/>
              </a:rPr>
              <a:t>非</a:t>
            </a:r>
            <a:r>
              <a:rPr lang="zh-CN" altLang="en-US" sz="3100" dirty="0" smtClean="0">
                <a:solidFill>
                  <a:srgbClr val="0070C0"/>
                </a:solidFill>
                <a:latin typeface="微软雅黑" panose="020B0503020204020204" pitchFamily="34" charset="-122"/>
                <a:ea typeface="微软雅黑" panose="020B0503020204020204" pitchFamily="34" charset="-122"/>
              </a:rPr>
              <a:t>终端形状：</a:t>
            </a:r>
            <a:r>
              <a:rPr lang="en-US" altLang="zh-CN" sz="3100" dirty="0" smtClean="0">
                <a:solidFill>
                  <a:schemeClr val="tx1"/>
                </a:solidFill>
                <a:latin typeface="微软雅黑" panose="020B0503020204020204" pitchFamily="34" charset="-122"/>
                <a:ea typeface="微软雅黑" panose="020B0503020204020204" pitchFamily="34" charset="-122"/>
              </a:rPr>
              <a:t>floorWall</a:t>
            </a:r>
            <a:r>
              <a:rPr lang="zh-CN" altLang="en-US" sz="3100" dirty="0" smtClean="0">
                <a:solidFill>
                  <a:schemeClr val="tx1"/>
                </a:solidFill>
                <a:latin typeface="微软雅黑" panose="020B0503020204020204" pitchFamily="34" charset="-122"/>
                <a:ea typeface="微软雅黑" panose="020B0503020204020204" pitchFamily="34" charset="-122"/>
              </a:rPr>
              <a:t>、</a:t>
            </a:r>
            <a:r>
              <a:rPr lang="en-US" altLang="zh-CN" sz="3100" dirty="0" err="1" smtClean="0">
                <a:solidFill>
                  <a:schemeClr val="tx1"/>
                </a:solidFill>
                <a:latin typeface="微软雅黑" panose="020B0503020204020204" pitchFamily="34" charset="-122"/>
                <a:ea typeface="微软雅黑" panose="020B0503020204020204" pitchFamily="34" charset="-122"/>
              </a:rPr>
              <a:t>floorWindow</a:t>
            </a:r>
            <a:r>
              <a:rPr lang="zh-CN" altLang="en-US" sz="3100" dirty="0" smtClean="0">
                <a:solidFill>
                  <a:schemeClr val="tx1"/>
                </a:solidFill>
                <a:latin typeface="微软雅黑" panose="020B0503020204020204" pitchFamily="34" charset="-122"/>
                <a:ea typeface="微软雅黑" panose="020B0503020204020204" pitchFamily="34" charset="-122"/>
              </a:rPr>
              <a:t>、</a:t>
            </a:r>
            <a:r>
              <a:rPr lang="en-US" altLang="zh-CN" sz="3100" dirty="0" err="1" smtClean="0">
                <a:solidFill>
                  <a:schemeClr val="tx1"/>
                </a:solidFill>
                <a:latin typeface="微软雅黑" panose="020B0503020204020204" pitchFamily="34" charset="-122"/>
                <a:ea typeface="微软雅黑" panose="020B0503020204020204" pitchFamily="34" charset="-122"/>
              </a:rPr>
              <a:t>facadeWall</a:t>
            </a:r>
            <a:r>
              <a:rPr lang="zh-CN" altLang="en-US" sz="3100" dirty="0" smtClean="0">
                <a:solidFill>
                  <a:schemeClr val="tx1"/>
                </a:solidFill>
                <a:latin typeface="微软雅黑" panose="020B0503020204020204" pitchFamily="34" charset="-122"/>
                <a:ea typeface="微软雅黑" panose="020B0503020204020204" pitchFamily="34" charset="-122"/>
              </a:rPr>
              <a:t>、</a:t>
            </a:r>
            <a:r>
              <a:rPr lang="en-US" altLang="zh-CN" sz="3100" dirty="0" err="1" smtClean="0">
                <a:solidFill>
                  <a:schemeClr val="tx1"/>
                </a:solidFill>
                <a:latin typeface="微软雅黑" panose="020B0503020204020204" pitchFamily="34" charset="-122"/>
                <a:ea typeface="微软雅黑" panose="020B0503020204020204" pitchFamily="34" charset="-122"/>
              </a:rPr>
              <a:t>facadeWindow</a:t>
            </a:r>
            <a:endParaRPr lang="en-US" altLang="zh-CN" sz="3100" dirty="0" smtClean="0">
              <a:solidFill>
                <a:schemeClr val="tx1"/>
              </a:solidFill>
              <a:latin typeface="微软雅黑" panose="020B0503020204020204" pitchFamily="34" charset="-122"/>
              <a:ea typeface="微软雅黑" panose="020B0503020204020204" pitchFamily="34" charset="-122"/>
            </a:endParaRPr>
          </a:p>
          <a:p>
            <a:pPr marL="214313" indent="-214313">
              <a:lnSpc>
                <a:spcPct val="120000"/>
              </a:lnSpc>
              <a:buClr>
                <a:srgbClr val="00B050"/>
              </a:buClr>
              <a:buFont typeface="Wingdings" panose="05000000000000000000" pitchFamily="2" charset="2"/>
              <a:buChar char="u"/>
            </a:pPr>
            <a:r>
              <a:rPr lang="zh-CN" altLang="en-US" sz="3100" dirty="0" smtClean="0">
                <a:solidFill>
                  <a:srgbClr val="0070C0"/>
                </a:solidFill>
                <a:latin typeface="微软雅黑" panose="020B0503020204020204" pitchFamily="34" charset="-122"/>
                <a:ea typeface="微软雅黑" panose="020B0503020204020204" pitchFamily="34" charset="-122"/>
              </a:rPr>
              <a:t>语义规则</a:t>
            </a:r>
            <a:endParaRPr lang="en-US" altLang="zh-CN" sz="3100" dirty="0" smtClean="0">
              <a:solidFill>
                <a:srgbClr val="0070C0"/>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en-US" altLang="zh-CN" sz="2600" dirty="0">
                <a:solidFill>
                  <a:schemeClr val="tx1"/>
                </a:solidFill>
                <a:latin typeface="微软雅黑" panose="020B0503020204020204" pitchFamily="34" charset="-122"/>
                <a:ea typeface="微软雅黑" panose="020B0503020204020204" pitchFamily="34" charset="-122"/>
              </a:rPr>
              <a:t>Rule 1</a:t>
            </a:r>
            <a:r>
              <a:rPr lang="zh-CN" altLang="en-US" sz="2600" dirty="0">
                <a:solidFill>
                  <a:schemeClr val="tx1"/>
                </a:solidFill>
                <a:latin typeface="微软雅黑" panose="020B0503020204020204" pitchFamily="34" charset="-122"/>
                <a:ea typeface="微软雅黑" panose="020B0503020204020204" pitchFamily="34" charset="-122"/>
              </a:rPr>
              <a:t>：</a:t>
            </a:r>
            <a:r>
              <a:rPr lang="en-US" altLang="zh-CN" sz="2600" dirty="0">
                <a:solidFill>
                  <a:schemeClr val="tx1"/>
                </a:solidFill>
                <a:latin typeface="微软雅黑" panose="020B0503020204020204" pitchFamily="34" charset="-122"/>
                <a:ea typeface="微软雅黑" panose="020B0503020204020204" pitchFamily="34" charset="-122"/>
              </a:rPr>
              <a:t>façade → floorWall + </a:t>
            </a:r>
            <a:r>
              <a:rPr lang="en-US" altLang="zh-CN" sz="2600" dirty="0" err="1">
                <a:solidFill>
                  <a:schemeClr val="tx1"/>
                </a:solidFill>
                <a:latin typeface="微软雅黑" panose="020B0503020204020204" pitchFamily="34" charset="-122"/>
                <a:ea typeface="微软雅黑" panose="020B0503020204020204" pitchFamily="34" charset="-122"/>
              </a:rPr>
              <a:t>facadeWall</a:t>
            </a:r>
            <a:endParaRPr lang="zh-CN" altLang="en-US" sz="2600" dirty="0">
              <a:solidFill>
                <a:schemeClr val="tx1"/>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en-US" altLang="zh-CN" sz="2600" dirty="0" smtClean="0">
                <a:solidFill>
                  <a:schemeClr val="tx1"/>
                </a:solidFill>
                <a:latin typeface="微软雅黑" panose="020B0503020204020204" pitchFamily="34" charset="-122"/>
                <a:ea typeface="微软雅黑" panose="020B0503020204020204" pitchFamily="34" charset="-122"/>
              </a:rPr>
              <a:t>Rule </a:t>
            </a:r>
            <a:r>
              <a:rPr lang="en-US" altLang="zh-CN" sz="2600" dirty="0">
                <a:solidFill>
                  <a:schemeClr val="tx1"/>
                </a:solidFill>
                <a:latin typeface="微软雅黑" panose="020B0503020204020204" pitchFamily="34" charset="-122"/>
                <a:ea typeface="微软雅黑" panose="020B0503020204020204" pitchFamily="34" charset="-122"/>
              </a:rPr>
              <a:t>2</a:t>
            </a:r>
            <a:r>
              <a:rPr lang="zh-CN" altLang="en-US" sz="2600" dirty="0">
                <a:solidFill>
                  <a:schemeClr val="tx1"/>
                </a:solidFill>
                <a:latin typeface="微软雅黑" panose="020B0503020204020204" pitchFamily="34" charset="-122"/>
                <a:ea typeface="微软雅黑" panose="020B0503020204020204" pitchFamily="34" charset="-122"/>
              </a:rPr>
              <a:t>：</a:t>
            </a:r>
            <a:r>
              <a:rPr lang="en-US" altLang="zh-CN" sz="2600" dirty="0" err="1">
                <a:solidFill>
                  <a:schemeClr val="tx1"/>
                </a:solidFill>
                <a:latin typeface="微软雅黑" panose="020B0503020204020204" pitchFamily="34" charset="-122"/>
                <a:ea typeface="微软雅黑" panose="020B0503020204020204" pitchFamily="34" charset="-122"/>
              </a:rPr>
              <a:t>facadeFloor</a:t>
            </a:r>
            <a:r>
              <a:rPr lang="en-US" altLang="zh-CN" sz="2600" dirty="0">
                <a:solidFill>
                  <a:schemeClr val="tx1"/>
                </a:solidFill>
                <a:latin typeface="微软雅黑" panose="020B0503020204020204" pitchFamily="34" charset="-122"/>
                <a:ea typeface="微软雅黑" panose="020B0503020204020204" pitchFamily="34" charset="-122"/>
              </a:rPr>
              <a:t> → floorWall + </a:t>
            </a:r>
            <a:r>
              <a:rPr lang="en-US" altLang="zh-CN" sz="2600" dirty="0" err="1" smtClean="0">
                <a:solidFill>
                  <a:schemeClr val="tx1"/>
                </a:solidFill>
                <a:latin typeface="微软雅黑" panose="020B0503020204020204" pitchFamily="34" charset="-122"/>
                <a:ea typeface="微软雅黑" panose="020B0503020204020204" pitchFamily="34" charset="-122"/>
              </a:rPr>
              <a:t>facadeWall</a:t>
            </a:r>
            <a:endParaRPr lang="en-US" altLang="zh-CN" sz="2600" dirty="0" smtClean="0">
              <a:solidFill>
                <a:schemeClr val="tx1"/>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en-US" altLang="zh-CN" sz="2600" dirty="0">
                <a:solidFill>
                  <a:schemeClr val="tx1"/>
                </a:solidFill>
                <a:latin typeface="微软雅黑" panose="020B0503020204020204" pitchFamily="34" charset="-122"/>
                <a:ea typeface="微软雅黑" panose="020B0503020204020204" pitchFamily="34" charset="-122"/>
              </a:rPr>
              <a:t>Rule 3 :  </a:t>
            </a:r>
            <a:r>
              <a:rPr lang="en-US" altLang="zh-CN" sz="2600" dirty="0" err="1">
                <a:solidFill>
                  <a:schemeClr val="tx1"/>
                </a:solidFill>
                <a:latin typeface="微软雅黑" panose="020B0503020204020204" pitchFamily="34" charset="-122"/>
                <a:ea typeface="微软雅黑" panose="020B0503020204020204" pitchFamily="34" charset="-122"/>
              </a:rPr>
              <a:t>facadeWall</a:t>
            </a:r>
            <a:r>
              <a:rPr lang="en-US" altLang="zh-CN" sz="2600" dirty="0">
                <a:solidFill>
                  <a:schemeClr val="tx1"/>
                </a:solidFill>
                <a:latin typeface="微软雅黑" panose="020B0503020204020204" pitchFamily="34" charset="-122"/>
                <a:ea typeface="微软雅黑" panose="020B0503020204020204" pitchFamily="34" charset="-122"/>
              </a:rPr>
              <a:t> → wall+ </a:t>
            </a:r>
            <a:r>
              <a:rPr lang="en-US" altLang="zh-CN" sz="2600" dirty="0" err="1">
                <a:solidFill>
                  <a:schemeClr val="tx1"/>
                </a:solidFill>
                <a:latin typeface="微软雅黑" panose="020B0503020204020204" pitchFamily="34" charset="-122"/>
                <a:ea typeface="微软雅黑" panose="020B0503020204020204" pitchFamily="34" charset="-122"/>
              </a:rPr>
              <a:t>facadeFloor</a:t>
            </a:r>
            <a:endParaRPr lang="en-US" altLang="zh-CN" sz="2600" dirty="0">
              <a:solidFill>
                <a:schemeClr val="tx1"/>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en-US" altLang="zh-CN" sz="2600" dirty="0">
                <a:solidFill>
                  <a:schemeClr val="tx1"/>
                </a:solidFill>
                <a:latin typeface="微软雅黑" panose="020B0503020204020204" pitchFamily="34" charset="-122"/>
                <a:ea typeface="微软雅黑" panose="020B0503020204020204" pitchFamily="34" charset="-122"/>
              </a:rPr>
              <a:t>Rule 4</a:t>
            </a:r>
            <a:r>
              <a:rPr lang="zh-CN" altLang="en-US" sz="2600" dirty="0">
                <a:solidFill>
                  <a:schemeClr val="tx1"/>
                </a:solidFill>
                <a:latin typeface="微软雅黑" panose="020B0503020204020204" pitchFamily="34" charset="-122"/>
                <a:ea typeface="微软雅黑" panose="020B0503020204020204" pitchFamily="34" charset="-122"/>
              </a:rPr>
              <a:t>：</a:t>
            </a:r>
            <a:r>
              <a:rPr lang="en-US" altLang="zh-CN" sz="2600" dirty="0">
                <a:solidFill>
                  <a:schemeClr val="tx1"/>
                </a:solidFill>
                <a:latin typeface="微软雅黑" panose="020B0503020204020204" pitchFamily="34" charset="-122"/>
                <a:ea typeface="微软雅黑" panose="020B0503020204020204" pitchFamily="34" charset="-122"/>
              </a:rPr>
              <a:t>floorWall ↓ wall+ </a:t>
            </a:r>
            <a:r>
              <a:rPr lang="en-US" altLang="zh-CN" sz="2600" dirty="0" err="1">
                <a:solidFill>
                  <a:schemeClr val="tx1"/>
                </a:solidFill>
                <a:latin typeface="微软雅黑" panose="020B0503020204020204" pitchFamily="34" charset="-122"/>
                <a:ea typeface="微软雅黑" panose="020B0503020204020204" pitchFamily="34" charset="-122"/>
              </a:rPr>
              <a:t>floorWindow</a:t>
            </a:r>
            <a:endParaRPr lang="en-US" altLang="zh-CN" sz="2600" dirty="0">
              <a:solidFill>
                <a:schemeClr val="tx1"/>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en-US" altLang="zh-CN" sz="2600" dirty="0">
                <a:solidFill>
                  <a:schemeClr val="tx1"/>
                </a:solidFill>
                <a:latin typeface="微软雅黑" panose="020B0503020204020204" pitchFamily="34" charset="-122"/>
                <a:ea typeface="微软雅黑" panose="020B0503020204020204" pitchFamily="34" charset="-122"/>
              </a:rPr>
              <a:t>Rule 5</a:t>
            </a:r>
            <a:r>
              <a:rPr lang="zh-CN" altLang="en-US" sz="2600" dirty="0">
                <a:solidFill>
                  <a:schemeClr val="tx1"/>
                </a:solidFill>
                <a:latin typeface="微软雅黑" panose="020B0503020204020204" pitchFamily="34" charset="-122"/>
                <a:ea typeface="微软雅黑" panose="020B0503020204020204" pitchFamily="34" charset="-122"/>
              </a:rPr>
              <a:t>：</a:t>
            </a:r>
            <a:r>
              <a:rPr lang="en-US" altLang="zh-CN" sz="2600" dirty="0" err="1">
                <a:solidFill>
                  <a:schemeClr val="tx1"/>
                </a:solidFill>
                <a:latin typeface="微软雅黑" panose="020B0503020204020204" pitchFamily="34" charset="-122"/>
                <a:ea typeface="微软雅黑" panose="020B0503020204020204" pitchFamily="34" charset="-122"/>
              </a:rPr>
              <a:t>floorWindow</a:t>
            </a:r>
            <a:r>
              <a:rPr lang="en-US" altLang="zh-CN" sz="2600" dirty="0">
                <a:solidFill>
                  <a:schemeClr val="tx1"/>
                </a:solidFill>
                <a:latin typeface="微软雅黑" panose="020B0503020204020204" pitchFamily="34" charset="-122"/>
                <a:ea typeface="微软雅黑" panose="020B0503020204020204" pitchFamily="34" charset="-122"/>
              </a:rPr>
              <a:t> ↓ window+ floorWall</a:t>
            </a:r>
          </a:p>
          <a:p>
            <a:pPr marL="728663" lvl="1" indent="-214313">
              <a:lnSpc>
                <a:spcPct val="120000"/>
              </a:lnSpc>
              <a:buClr>
                <a:srgbClr val="00B050"/>
              </a:buClr>
              <a:buFont typeface="Wingdings" panose="05000000000000000000" pitchFamily="2" charset="2"/>
              <a:buChar char="ü"/>
            </a:pPr>
            <a:endParaRPr lang="en-US" altLang="zh-CN" sz="2600" dirty="0">
              <a:solidFill>
                <a:schemeClr val="tx1"/>
              </a:solidFill>
              <a:latin typeface="微软雅黑" panose="020B0503020204020204" pitchFamily="34" charset="-122"/>
              <a:ea typeface="微软雅黑" panose="020B0503020204020204" pitchFamily="34" charset="-122"/>
            </a:endParaRPr>
          </a:p>
          <a:p>
            <a:pPr lvl="1" indent="0">
              <a:buClr>
                <a:srgbClr val="00B050"/>
              </a:buClr>
              <a:buFont typeface="Arial" panose="020B0604020202020204" pitchFamily="34" charset="0"/>
              <a:buNone/>
            </a:pPr>
            <a:endParaRPr lang="zh-CN" altLang="en-US" dirty="0" smtClean="0"/>
          </a:p>
        </p:txBody>
      </p:sp>
      <p:sp>
        <p:nvSpPr>
          <p:cNvPr id="20" name="内容占位符 2"/>
          <p:cNvSpPr txBox="1">
            <a:spLocks/>
          </p:cNvSpPr>
          <p:nvPr/>
        </p:nvSpPr>
        <p:spPr>
          <a:xfrm rot="320518">
            <a:off x="1611806" y="1907071"/>
            <a:ext cx="7264031" cy="1086017"/>
          </a:xfrm>
          <a:prstGeom prst="rect">
            <a:avLst/>
          </a:prstGeom>
          <a:solidFill>
            <a:srgbClr val="00B050"/>
          </a:solidFill>
        </p:spPr>
        <p:txBody>
          <a:bodyPr vert="horz" lIns="91440" tIns="45720" rIns="91440" bIns="45720" rtlCol="0">
            <a:noAutofit/>
          </a:bodyPr>
          <a:lstStyle>
            <a:lvl1pPr marL="0" indent="0" algn="l" defTabSz="685800" rtl="0" eaLnBrk="1" latinLnBrk="0" hangingPunct="1">
              <a:lnSpc>
                <a:spcPct val="150000"/>
              </a:lnSpc>
              <a:spcBef>
                <a:spcPct val="30000"/>
              </a:spcBef>
              <a:spcAft>
                <a:spcPts val="900"/>
              </a:spcAft>
              <a:buFont typeface="Arial" panose="020B0604020202020204" pitchFamily="34" charset="0"/>
              <a:buNone/>
              <a:defRPr lang="zh-CN" sz="1200" kern="1200">
                <a:solidFill>
                  <a:schemeClr val="bg1">
                    <a:lumMod val="50000"/>
                  </a:schemeClr>
                </a:solidFill>
                <a:latin typeface="Microsoft YaHei UI" panose="020B0503020204020204" pitchFamily="34" charset="-122"/>
                <a:ea typeface="Microsoft YaHei UI" panose="020B0503020204020204" pitchFamily="34" charset="-122"/>
                <a:cs typeface="+mn-cs"/>
              </a:defRPr>
            </a:lvl1pPr>
            <a:lvl2pPr marL="514350" indent="-171450" algn="l" defTabSz="685800" rtl="0" eaLnBrk="1" latinLnBrk="0" hangingPunct="1">
              <a:lnSpc>
                <a:spcPct val="150000"/>
              </a:lnSpc>
              <a:spcBef>
                <a:spcPct val="30000"/>
              </a:spcBef>
              <a:spcAft>
                <a:spcPts val="900"/>
              </a:spcAft>
              <a:buFont typeface="Arial" panose="020B0604020202020204" pitchFamily="34" charset="0"/>
              <a:buChar char="•"/>
              <a:defRPr lang="zh-CN" sz="1050" kern="1200">
                <a:solidFill>
                  <a:schemeClr val="bg1">
                    <a:lumMod val="50000"/>
                  </a:schemeClr>
                </a:solidFill>
                <a:latin typeface="Microsoft YaHei UI" panose="020B0503020204020204" pitchFamily="34" charset="-122"/>
                <a:ea typeface="Microsoft YaHei UI" panose="020B0503020204020204" pitchFamily="34" charset="-122"/>
                <a:cs typeface="+mn-cs"/>
              </a:defRPr>
            </a:lvl2pPr>
            <a:lvl3pPr marL="857250" indent="-171450" algn="l" defTabSz="685800" rtl="0" eaLnBrk="1" latinLnBrk="0" hangingPunct="1">
              <a:lnSpc>
                <a:spcPct val="150000"/>
              </a:lnSpc>
              <a:spcBef>
                <a:spcPct val="30000"/>
              </a:spcBef>
              <a:spcAft>
                <a:spcPts val="900"/>
              </a:spcAft>
              <a:buFont typeface="Arial" panose="020B0604020202020204" pitchFamily="34" charset="0"/>
              <a:buChar char="•"/>
              <a:defRPr lang="zh-CN" sz="900" kern="1200">
                <a:solidFill>
                  <a:schemeClr val="bg1">
                    <a:lumMod val="50000"/>
                  </a:schemeClr>
                </a:solidFill>
                <a:latin typeface="Microsoft YaHei UI" panose="020B0503020204020204" pitchFamily="34" charset="-122"/>
                <a:ea typeface="Microsoft YaHei UI" panose="020B0503020204020204" pitchFamily="34" charset="-122"/>
                <a:cs typeface="+mn-cs"/>
              </a:defRPr>
            </a:lvl3pPr>
            <a:lvl4pPr marL="1200150" indent="-171450" algn="l" defTabSz="685800" rtl="0" eaLnBrk="1" latinLnBrk="0" hangingPunct="1">
              <a:lnSpc>
                <a:spcPct val="150000"/>
              </a:lnSpc>
              <a:spcBef>
                <a:spcPct val="30000"/>
              </a:spcBef>
              <a:spcAft>
                <a:spcPts val="900"/>
              </a:spcAft>
              <a:buFont typeface="Arial" panose="020B0604020202020204" pitchFamily="34" charset="0"/>
              <a:buChar char="•"/>
              <a:defRPr lang="zh-CN" sz="825" kern="1200">
                <a:solidFill>
                  <a:schemeClr val="bg1">
                    <a:lumMod val="50000"/>
                  </a:schemeClr>
                </a:solidFill>
                <a:latin typeface="Microsoft YaHei UI" panose="020B0503020204020204" pitchFamily="34" charset="-122"/>
                <a:ea typeface="Microsoft YaHei UI" panose="020B0503020204020204" pitchFamily="34" charset="-122"/>
                <a:cs typeface="+mn-cs"/>
              </a:defRPr>
            </a:lvl4pPr>
            <a:lvl5pPr marL="1543050" indent="-171450" algn="l" defTabSz="685800" rtl="0" eaLnBrk="1" latinLnBrk="0" hangingPunct="1">
              <a:lnSpc>
                <a:spcPct val="150000"/>
              </a:lnSpc>
              <a:spcBef>
                <a:spcPct val="30000"/>
              </a:spcBef>
              <a:spcAft>
                <a:spcPts val="900"/>
              </a:spcAft>
              <a:buFont typeface="Arial" panose="020B0604020202020204" pitchFamily="34" charset="0"/>
              <a:buChar char="•"/>
              <a:defRPr lang="zh-CN" sz="825" kern="1200">
                <a:solidFill>
                  <a:schemeClr val="bg1">
                    <a:lumMod val="50000"/>
                  </a:schemeClr>
                </a:solidFill>
                <a:latin typeface="Microsoft YaHei UI" panose="020B0503020204020204" pitchFamily="34" charset="-122"/>
                <a:ea typeface="Microsoft YaHei UI" panose="020B0503020204020204" pitchFamily="34" charset="-122"/>
                <a:cs typeface="+mn-cs"/>
              </a:defRPr>
            </a:lvl5pPr>
            <a:lvl6pPr marL="18859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6pPr>
            <a:lvl7pPr marL="22288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7pPr>
            <a:lvl8pPr marL="25717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8pPr>
            <a:lvl9pPr marL="29146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9pPr>
          </a:lstStyle>
          <a:p>
            <a:r>
              <a:rPr lang="zh-CN" altLang="en-US" sz="2400" b="1" dirty="0" smtClean="0">
                <a:ln w="0"/>
                <a:solidFill>
                  <a:srgbClr val="FFFF00"/>
                </a:solidFill>
                <a:effectLst>
                  <a:outerShdw blurRad="38100" dist="19050" dir="2700000" algn="tl" rotWithShape="0">
                    <a:schemeClr val="dk1">
                      <a:alpha val="40000"/>
                    </a:schemeClr>
                  </a:outerShdw>
                </a:effectLst>
                <a:latin typeface="微软雅黑" panose="020B0503020204020204" pitchFamily="34" charset="-122"/>
                <a:ea typeface="微软雅黑" panose="020B0503020204020204" pitchFamily="34" charset="-122"/>
              </a:rPr>
              <a:t>给定一个建筑立面的点云，如何得到可以描述它的最佳的剖分树（语义规则的应用序列）？</a:t>
            </a:r>
          </a:p>
          <a:p>
            <a:endParaRPr lang="zh-CN" altLang="en-US" sz="1800" dirty="0">
              <a:ln w="0"/>
              <a:solidFill>
                <a:srgbClr val="00B0F0"/>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22232798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2" presetClass="entr" presetSubtype="2" fill="hold" nodeType="clickEffect">
                                  <p:stCondLst>
                                    <p:cond delay="0"/>
                                  </p:stCondLst>
                                  <p:childTnLst>
                                    <p:set>
                                      <p:cBhvr>
                                        <p:cTn id="26" dur="1" fill="hold">
                                          <p:stCondLst>
                                            <p:cond delay="0"/>
                                          </p:stCondLst>
                                        </p:cTn>
                                        <p:tgtEl>
                                          <p:spTgt spid="3074"/>
                                        </p:tgtEl>
                                        <p:attrNameLst>
                                          <p:attrName>style.visibility</p:attrName>
                                        </p:attrNameLst>
                                      </p:cBhvr>
                                      <p:to>
                                        <p:strVal val="visible"/>
                                      </p:to>
                                    </p:set>
                                    <p:anim calcmode="lin" valueType="num">
                                      <p:cBhvr additive="base">
                                        <p:cTn id="27" dur="500" fill="hold"/>
                                        <p:tgtEl>
                                          <p:spTgt spid="3074"/>
                                        </p:tgtEl>
                                        <p:attrNameLst>
                                          <p:attrName>ppt_x</p:attrName>
                                        </p:attrNameLst>
                                      </p:cBhvr>
                                      <p:tavLst>
                                        <p:tav tm="0">
                                          <p:val>
                                            <p:strVal val="1+#ppt_w/2"/>
                                          </p:val>
                                        </p:tav>
                                        <p:tav tm="100000">
                                          <p:val>
                                            <p:strVal val="#ppt_x"/>
                                          </p:val>
                                        </p:tav>
                                      </p:tavLst>
                                    </p:anim>
                                    <p:anim calcmode="lin" valueType="num">
                                      <p:cBhvr additive="base">
                                        <p:cTn id="28" dur="500" fill="hold"/>
                                        <p:tgtEl>
                                          <p:spTgt spid="3074"/>
                                        </p:tgtEl>
                                        <p:attrNameLst>
                                          <p:attrName>ppt_y</p:attrName>
                                        </p:attrNameLst>
                                      </p:cBhvr>
                                      <p:tavLst>
                                        <p:tav tm="0">
                                          <p:val>
                                            <p:strVal val="#ppt_y"/>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2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马尔科夫决策过程</a:t>
            </a:r>
            <a:endParaRPr lang="zh-CN" altLang="en-US" dirty="0"/>
          </a:p>
        </p:txBody>
      </p:sp>
      <p:sp>
        <p:nvSpPr>
          <p:cNvPr id="3" name="内容占位符 2"/>
          <p:cNvSpPr>
            <a:spLocks noGrp="1"/>
          </p:cNvSpPr>
          <p:nvPr>
            <p:ph idx="1"/>
          </p:nvPr>
        </p:nvSpPr>
        <p:spPr>
          <a:xfrm>
            <a:off x="628651" y="1825624"/>
            <a:ext cx="8024030" cy="4930017"/>
          </a:xfrm>
        </p:spPr>
        <p:txBody>
          <a:bodyPr>
            <a:normAutofit/>
          </a:bodyPr>
          <a:lstStyle/>
          <a:p>
            <a:pPr marL="171450" indent="-171450">
              <a:lnSpc>
                <a:spcPct val="100000"/>
              </a:lnSpc>
              <a:buClr>
                <a:srgbClr val="00B050"/>
              </a:buClr>
              <a:buFont typeface="Wingdings" panose="05000000000000000000" pitchFamily="2" charset="2"/>
              <a:buChar char="u"/>
            </a:pPr>
            <a:r>
              <a:rPr lang="en-US" altLang="zh-CN" sz="2200" dirty="0" smtClean="0">
                <a:solidFill>
                  <a:srgbClr val="0070C0"/>
                </a:solidFill>
              </a:rPr>
              <a:t>Agent</a:t>
            </a:r>
            <a:r>
              <a:rPr lang="zh-CN" altLang="en-US" sz="2200" dirty="0" smtClean="0">
                <a:solidFill>
                  <a:schemeClr val="tx1"/>
                </a:solidFill>
              </a:rPr>
              <a:t>和</a:t>
            </a:r>
            <a:r>
              <a:rPr lang="en-US" altLang="zh-CN" sz="2200" dirty="0" smtClean="0">
                <a:solidFill>
                  <a:srgbClr val="0070C0"/>
                </a:solidFill>
              </a:rPr>
              <a:t>Environment</a:t>
            </a:r>
            <a:r>
              <a:rPr lang="zh-CN" altLang="en-US" sz="2200" dirty="0" smtClean="0">
                <a:solidFill>
                  <a:schemeClr val="tx1"/>
                </a:solidFill>
              </a:rPr>
              <a:t>的</a:t>
            </a:r>
            <a:r>
              <a:rPr lang="zh-CN" altLang="en-US" sz="2200" dirty="0" smtClean="0">
                <a:solidFill>
                  <a:srgbClr val="0070C0"/>
                </a:solidFill>
              </a:rPr>
              <a:t>交互</a:t>
            </a:r>
            <a:endParaRPr lang="en-US" altLang="zh-CN" sz="2200" dirty="0" smtClean="0">
              <a:solidFill>
                <a:srgbClr val="0070C0"/>
              </a:solidFill>
            </a:endParaRPr>
          </a:p>
          <a:p>
            <a:pPr marL="171450" indent="-171450">
              <a:lnSpc>
                <a:spcPct val="100000"/>
              </a:lnSpc>
              <a:buClr>
                <a:srgbClr val="00B050"/>
              </a:buClr>
              <a:buFont typeface="Wingdings" panose="05000000000000000000" pitchFamily="2" charset="2"/>
              <a:buChar char="u"/>
            </a:pPr>
            <a:r>
              <a:rPr lang="en-US" altLang="zh-CN" sz="2200" dirty="0" smtClean="0">
                <a:solidFill>
                  <a:srgbClr val="0070C0"/>
                </a:solidFill>
              </a:rPr>
              <a:t>Agent</a:t>
            </a:r>
            <a:r>
              <a:rPr lang="zh-CN" altLang="en-US" sz="2200" dirty="0" smtClean="0">
                <a:solidFill>
                  <a:srgbClr val="0070C0"/>
                </a:solidFill>
              </a:rPr>
              <a:t>的目标</a:t>
            </a:r>
            <a:r>
              <a:rPr lang="zh-CN" altLang="en-US" sz="2200" dirty="0" smtClean="0">
                <a:solidFill>
                  <a:schemeClr val="tx1"/>
                </a:solidFill>
              </a:rPr>
              <a:t>：最大化长期回报值</a:t>
            </a:r>
            <a:endParaRPr lang="en-US" altLang="zh-CN" sz="2200" dirty="0" smtClean="0">
              <a:solidFill>
                <a:schemeClr val="tx1"/>
              </a:solidFill>
            </a:endParaRPr>
          </a:p>
          <a:p>
            <a:pPr>
              <a:lnSpc>
                <a:spcPct val="100000"/>
              </a:lnSpc>
              <a:buClr>
                <a:srgbClr val="00B050"/>
              </a:buClr>
            </a:pPr>
            <a:endParaRPr lang="en-US" altLang="zh-CN" sz="2200" dirty="0" smtClean="0">
              <a:solidFill>
                <a:schemeClr val="tx1"/>
              </a:solidFill>
            </a:endParaRPr>
          </a:p>
          <a:p>
            <a:pPr marL="171450" indent="-171450">
              <a:lnSpc>
                <a:spcPct val="100000"/>
              </a:lnSpc>
              <a:buClr>
                <a:srgbClr val="00B050"/>
              </a:buClr>
              <a:buFont typeface="Wingdings" panose="05000000000000000000" pitchFamily="2" charset="2"/>
              <a:buChar char="u"/>
            </a:pPr>
            <a:r>
              <a:rPr lang="zh-CN" altLang="en-US" sz="2200" dirty="0" smtClean="0">
                <a:solidFill>
                  <a:srgbClr val="0070C0"/>
                </a:solidFill>
              </a:rPr>
              <a:t>策略</a:t>
            </a:r>
            <a:r>
              <a:rPr lang="el-GR" altLang="zh-CN" sz="2200" dirty="0" smtClean="0">
                <a:solidFill>
                  <a:srgbClr val="0070C0"/>
                </a:solidFill>
              </a:rPr>
              <a:t>π</a:t>
            </a:r>
            <a:r>
              <a:rPr lang="zh-CN" altLang="en-US" sz="2200" dirty="0" smtClean="0">
                <a:solidFill>
                  <a:schemeClr val="tx1"/>
                </a:solidFill>
              </a:rPr>
              <a:t>描述了在某个状态下选择某个行为的概率，用</a:t>
            </a:r>
            <a:r>
              <a:rPr lang="en-US" altLang="zh-CN" sz="2200" dirty="0" smtClean="0">
                <a:solidFill>
                  <a:srgbClr val="0070C0"/>
                </a:solidFill>
              </a:rPr>
              <a:t>V</a:t>
            </a:r>
            <a:r>
              <a:rPr lang="zh-CN" altLang="en-US" sz="2200" dirty="0" smtClean="0">
                <a:solidFill>
                  <a:srgbClr val="0070C0"/>
                </a:solidFill>
              </a:rPr>
              <a:t>函数</a:t>
            </a:r>
            <a:r>
              <a:rPr lang="zh-CN" altLang="en-US" sz="2200" dirty="0" smtClean="0">
                <a:solidFill>
                  <a:schemeClr val="tx1"/>
                </a:solidFill>
              </a:rPr>
              <a:t>描述策略的好坏</a:t>
            </a:r>
            <a:r>
              <a:rPr lang="zh-CN" altLang="en-US" sz="2200" dirty="0">
                <a:solidFill>
                  <a:schemeClr val="tx1"/>
                </a:solidFill>
              </a:rPr>
              <a:t>。</a:t>
            </a:r>
            <a:r>
              <a:rPr lang="en-US" altLang="zh-CN" sz="2200" dirty="0" smtClean="0">
                <a:solidFill>
                  <a:schemeClr val="tx1"/>
                </a:solidFill>
              </a:rPr>
              <a:t>V</a:t>
            </a:r>
            <a:r>
              <a:rPr lang="zh-CN" altLang="en-US" sz="2200" dirty="0" smtClean="0">
                <a:solidFill>
                  <a:schemeClr val="tx1"/>
                </a:solidFill>
              </a:rPr>
              <a:t>函数表示在某个状态下按照策略</a:t>
            </a:r>
            <a:r>
              <a:rPr lang="el-GR" altLang="zh-CN" sz="2200" dirty="0" smtClean="0">
                <a:solidFill>
                  <a:schemeClr val="tx1"/>
                </a:solidFill>
              </a:rPr>
              <a:t>π</a:t>
            </a:r>
            <a:r>
              <a:rPr lang="zh-CN" altLang="en-US" sz="2200" dirty="0" smtClean="0">
                <a:solidFill>
                  <a:schemeClr val="tx1"/>
                </a:solidFill>
              </a:rPr>
              <a:t>决策，</a:t>
            </a:r>
            <a:r>
              <a:rPr lang="en-US" altLang="zh-CN" sz="2200" dirty="0" smtClean="0">
                <a:solidFill>
                  <a:schemeClr val="tx1"/>
                </a:solidFill>
              </a:rPr>
              <a:t>agent</a:t>
            </a:r>
            <a:r>
              <a:rPr lang="zh-CN" altLang="en-US" sz="2200" dirty="0" smtClean="0">
                <a:solidFill>
                  <a:schemeClr val="tx1"/>
                </a:solidFill>
              </a:rPr>
              <a:t>能得到的长期回报值：</a:t>
            </a:r>
            <a:endParaRPr lang="en-US" altLang="zh-CN" sz="2200" dirty="0" smtClean="0">
              <a:solidFill>
                <a:schemeClr val="tx1"/>
              </a:solidFill>
            </a:endParaRPr>
          </a:p>
          <a:p>
            <a:pPr marL="171450" indent="-171450">
              <a:lnSpc>
                <a:spcPct val="100000"/>
              </a:lnSpc>
              <a:buClr>
                <a:srgbClr val="00B050"/>
              </a:buClr>
              <a:buFont typeface="Wingdings" panose="05000000000000000000" pitchFamily="2" charset="2"/>
              <a:buChar char="u"/>
            </a:pPr>
            <a:endParaRPr lang="en-US" altLang="zh-CN" sz="2200" dirty="0" smtClean="0">
              <a:solidFill>
                <a:schemeClr val="tx1"/>
              </a:solidFill>
            </a:endParaRPr>
          </a:p>
          <a:p>
            <a:pPr marL="171450" indent="-171450">
              <a:lnSpc>
                <a:spcPct val="100000"/>
              </a:lnSpc>
              <a:buClr>
                <a:srgbClr val="00B050"/>
              </a:buClr>
              <a:buFont typeface="Wingdings" panose="05000000000000000000" pitchFamily="2" charset="2"/>
              <a:buChar char="u"/>
            </a:pPr>
            <a:r>
              <a:rPr lang="zh-CN" altLang="en-US" sz="2200" dirty="0" smtClean="0">
                <a:solidFill>
                  <a:schemeClr val="tx1"/>
                </a:solidFill>
              </a:rPr>
              <a:t>增强学习</a:t>
            </a:r>
            <a:r>
              <a:rPr lang="zh-CN" altLang="en-US" sz="2200" dirty="0" smtClean="0">
                <a:solidFill>
                  <a:srgbClr val="0070C0"/>
                </a:solidFill>
              </a:rPr>
              <a:t>改进策略的</a:t>
            </a:r>
            <a:r>
              <a:rPr lang="zh-CN" altLang="en-US" sz="2200" dirty="0" smtClean="0">
                <a:solidFill>
                  <a:schemeClr val="tx1"/>
                </a:solidFill>
              </a:rPr>
              <a:t>公式</a:t>
            </a:r>
            <a:r>
              <a:rPr lang="en-US" altLang="zh-CN" sz="2200" dirty="0" smtClean="0">
                <a:solidFill>
                  <a:schemeClr val="tx1"/>
                </a:solidFill>
              </a:rPr>
              <a:t>:</a:t>
            </a:r>
          </a:p>
          <a:p>
            <a:pPr marL="171450" indent="-171450">
              <a:buClr>
                <a:srgbClr val="00B050"/>
              </a:buClr>
              <a:buFont typeface="Wingdings" panose="05000000000000000000" pitchFamily="2" charset="2"/>
              <a:buChar char="u"/>
            </a:pPr>
            <a:endParaRPr lang="en-US" altLang="zh-CN" dirty="0" smtClean="0"/>
          </a:p>
          <a:p>
            <a:pPr>
              <a:buClr>
                <a:srgbClr val="00B050"/>
              </a:buClr>
            </a:pPr>
            <a:endParaRPr lang="zh-CN" altLang="en-US" dirty="0"/>
          </a:p>
        </p:txBody>
      </p:sp>
      <p:pic>
        <p:nvPicPr>
          <p:cNvPr id="1026" name="Picture 2" descr="rl"/>
          <p:cNvPicPr>
            <a:picLocks noChangeAspect="1" noChangeArrowheads="1"/>
          </p:cNvPicPr>
          <p:nvPr/>
        </p:nvPicPr>
        <p:blipFill rotWithShape="1">
          <a:blip r:embed="rId4">
            <a:extLst>
              <a:ext uri="{28A0092B-C50C-407E-A947-70E740481C1C}">
                <a14:useLocalDpi xmlns:a14="http://schemas.microsoft.com/office/drawing/2010/main" val="0"/>
              </a:ext>
            </a:extLst>
          </a:blip>
          <a:srcRect l="9151" r="5908"/>
          <a:stretch/>
        </p:blipFill>
        <p:spPr bwMode="auto">
          <a:xfrm>
            <a:off x="5158852" y="1423720"/>
            <a:ext cx="4053387" cy="1800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Rectangle 4"/>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5" name="对象 4"/>
          <p:cNvGraphicFramePr>
            <a:graphicFrameLocks noChangeAspect="1"/>
          </p:cNvGraphicFramePr>
          <p:nvPr>
            <p:extLst>
              <p:ext uri="{D42A27DB-BD31-4B8C-83A1-F6EECF244321}">
                <p14:modId xmlns:p14="http://schemas.microsoft.com/office/powerpoint/2010/main" val="4033360307"/>
              </p:ext>
            </p:extLst>
          </p:nvPr>
        </p:nvGraphicFramePr>
        <p:xfrm>
          <a:off x="1959866" y="2643226"/>
          <a:ext cx="2298411" cy="895820"/>
        </p:xfrm>
        <a:graphic>
          <a:graphicData uri="http://schemas.openxmlformats.org/presentationml/2006/ole">
            <mc:AlternateContent xmlns:mc="http://schemas.openxmlformats.org/markup-compatibility/2006">
              <mc:Choice xmlns:v="urn:schemas-microsoft-com:vml" Requires="v">
                <p:oleObj spid="_x0000_s1319" r:id="rId5" imgW="940617" imgH="432175" progId="Equation.DSMT4">
                  <p:embed/>
                </p:oleObj>
              </mc:Choice>
              <mc:Fallback>
                <p:oleObj r:id="rId5" imgW="940617" imgH="432175" progId="Equation.DSMT4">
                  <p:embed/>
                  <p:pic>
                    <p:nvPicPr>
                      <p:cNvPr id="0" name="Object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59866" y="2643226"/>
                        <a:ext cx="2298411" cy="895820"/>
                      </a:xfrm>
                      <a:prstGeom prst="rect">
                        <a:avLst/>
                      </a:prstGeom>
                      <a:noFill/>
                    </p:spPr>
                  </p:pic>
                </p:oleObj>
              </mc:Fallback>
            </mc:AlternateContent>
          </a:graphicData>
        </a:graphic>
      </p:graphicFrame>
      <p:sp>
        <p:nvSpPr>
          <p:cNvPr id="6" name="Rectangle 7"/>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7" name="对象 6"/>
          <p:cNvGraphicFramePr>
            <a:graphicFrameLocks noChangeAspect="1"/>
          </p:cNvGraphicFramePr>
          <p:nvPr>
            <p:extLst>
              <p:ext uri="{D42A27DB-BD31-4B8C-83A1-F6EECF244321}">
                <p14:modId xmlns:p14="http://schemas.microsoft.com/office/powerpoint/2010/main" val="624833020"/>
              </p:ext>
            </p:extLst>
          </p:nvPr>
        </p:nvGraphicFramePr>
        <p:xfrm>
          <a:off x="1063215" y="4450925"/>
          <a:ext cx="7154901" cy="928814"/>
        </p:xfrm>
        <a:graphic>
          <a:graphicData uri="http://schemas.openxmlformats.org/presentationml/2006/ole">
            <mc:AlternateContent xmlns:mc="http://schemas.openxmlformats.org/markup-compatibility/2006">
              <mc:Choice xmlns:v="urn:schemas-microsoft-com:vml" Requires="v">
                <p:oleObj spid="_x0000_s1320" r:id="rId7" imgW="2780093" imgH="431613" progId="Equation.DSMT4">
                  <p:embed/>
                </p:oleObj>
              </mc:Choice>
              <mc:Fallback>
                <p:oleObj r:id="rId7" imgW="2780093" imgH="431613" progId="Equation.DSMT4">
                  <p:embed/>
                  <p:pic>
                    <p:nvPicPr>
                      <p:cNvPr id="0" name="Object 6"/>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63215" y="4450925"/>
                        <a:ext cx="7154901" cy="928814"/>
                      </a:xfrm>
                      <a:prstGeom prst="rect">
                        <a:avLst/>
                      </a:prstGeom>
                      <a:noFill/>
                    </p:spPr>
                  </p:pic>
                </p:oleObj>
              </mc:Fallback>
            </mc:AlternateContent>
          </a:graphicData>
        </a:graphic>
      </p:graphicFrame>
      <p:sp>
        <p:nvSpPr>
          <p:cNvPr id="8" name="Rectangle 9"/>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9" name="对象 8"/>
          <p:cNvGraphicFramePr>
            <a:graphicFrameLocks noChangeAspect="1"/>
          </p:cNvGraphicFramePr>
          <p:nvPr>
            <p:extLst>
              <p:ext uri="{D42A27DB-BD31-4B8C-83A1-F6EECF244321}">
                <p14:modId xmlns:p14="http://schemas.microsoft.com/office/powerpoint/2010/main" val="2973598236"/>
              </p:ext>
            </p:extLst>
          </p:nvPr>
        </p:nvGraphicFramePr>
        <p:xfrm>
          <a:off x="1101540" y="5790850"/>
          <a:ext cx="6604076" cy="631466"/>
        </p:xfrm>
        <a:graphic>
          <a:graphicData uri="http://schemas.openxmlformats.org/presentationml/2006/ole">
            <mc:AlternateContent xmlns:mc="http://schemas.openxmlformats.org/markup-compatibility/2006">
              <mc:Choice xmlns:v="urn:schemas-microsoft-com:vml" Requires="v">
                <p:oleObj spid="_x0000_s1321" r:id="rId9" imgW="2388637" imgH="228699" progId="Equation.DSMT4">
                  <p:embed/>
                </p:oleObj>
              </mc:Choice>
              <mc:Fallback>
                <p:oleObj r:id="rId9" imgW="2388637" imgH="228699" progId="Equation.DSMT4">
                  <p:embed/>
                  <p:pic>
                    <p:nvPicPr>
                      <p:cNvPr id="0" name="Object 8"/>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101540" y="5790850"/>
                        <a:ext cx="6604076" cy="631466"/>
                      </a:xfrm>
                      <a:prstGeom prst="rect">
                        <a:avLst/>
                      </a:prstGeom>
                      <a:noFill/>
                    </p:spPr>
                  </p:pic>
                </p:oleObj>
              </mc:Fallback>
            </mc:AlternateContent>
          </a:graphicData>
        </a:graphic>
      </p:graphicFrame>
    </p:spTree>
    <p:extLst>
      <p:ext uri="{BB962C8B-B14F-4D97-AF65-F5344CB8AC3E}">
        <p14:creationId xmlns:p14="http://schemas.microsoft.com/office/powerpoint/2010/main" val="1630526424"/>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latin typeface="Microsoft YaHei UI" panose="020B0503020204020204" pitchFamily="34" charset="-122"/>
                <a:ea typeface="Microsoft YaHei UI" panose="020B0503020204020204" pitchFamily="34" charset="-122"/>
              </a:rPr>
              <a:t>最佳形状语义求解</a:t>
            </a:r>
            <a:endParaRPr lang="zh-CN" dirty="0">
              <a:latin typeface="Microsoft YaHei UI" panose="020B0503020204020204" pitchFamily="34" charset="-122"/>
              <a:ea typeface="Microsoft YaHei UI" panose="020B0503020204020204" pitchFamily="34" charset="-122"/>
            </a:endParaRPr>
          </a:p>
        </p:txBody>
      </p:sp>
      <mc:AlternateContent xmlns:mc="http://schemas.openxmlformats.org/markup-compatibility/2006" xmlns:a14="http://schemas.microsoft.com/office/drawing/2010/main">
        <mc:Choice Requires="a14">
          <p:sp>
            <p:nvSpPr>
              <p:cNvPr id="4" name="内容占位符 3"/>
              <p:cNvSpPr>
                <a:spLocks noGrp="1"/>
              </p:cNvSpPr>
              <p:nvPr>
                <p:ph idx="1"/>
              </p:nvPr>
            </p:nvSpPr>
            <p:spPr>
              <a:xfrm>
                <a:off x="628652" y="1825625"/>
                <a:ext cx="7281634" cy="4734832"/>
              </a:xfrm>
            </p:spPr>
            <p:txBody>
              <a:bodyPr>
                <a:noAutofit/>
              </a:bodyPr>
              <a:lstStyle/>
              <a:p>
                <a:pPr marL="171450" indent="-171450">
                  <a:lnSpc>
                    <a:spcPct val="100000"/>
                  </a:lnSpc>
                  <a:buClr>
                    <a:srgbClr val="00B050"/>
                  </a:buClr>
                  <a:buFont typeface="Wingdings" panose="05000000000000000000" pitchFamily="2" charset="2"/>
                  <a:buChar char="u"/>
                </a:pPr>
                <a:r>
                  <a:rPr lang="zh-CN" altLang="en-US" sz="2000" dirty="0" smtClean="0">
                    <a:solidFill>
                      <a:schemeClr val="tx1"/>
                    </a:solidFill>
                    <a:latin typeface="微软雅黑" panose="020B0503020204020204" pitchFamily="34" charset="-122"/>
                    <a:ea typeface="微软雅黑" panose="020B0503020204020204" pitchFamily="34" charset="-122"/>
                  </a:rPr>
                  <a:t>剖分的过程可以用马尔科夫决策过程来描述</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171450" indent="-171450">
                  <a:lnSpc>
                    <a:spcPct val="100000"/>
                  </a:lnSpc>
                  <a:buClr>
                    <a:srgbClr val="00B050"/>
                  </a:buClr>
                  <a:buFont typeface="Wingdings" panose="05000000000000000000" pitchFamily="2" charset="2"/>
                  <a:buChar char="u"/>
                </a:pPr>
                <a:r>
                  <a:rPr lang="en-US" altLang="zh-CN" sz="2000" dirty="0" smtClean="0">
                    <a:solidFill>
                      <a:srgbClr val="FFC000"/>
                    </a:solidFill>
                    <a:latin typeface="微软雅黑" panose="020B0503020204020204" pitchFamily="34" charset="-122"/>
                    <a:ea typeface="微软雅黑" panose="020B0503020204020204" pitchFamily="34" charset="-122"/>
                  </a:rPr>
                  <a:t>Agent</a:t>
                </a:r>
                <a:r>
                  <a:rPr lang="en-US" altLang="zh-CN" sz="2000" dirty="0" smtClean="0">
                    <a:solidFill>
                      <a:schemeClr val="tx1"/>
                    </a:solidFill>
                    <a:latin typeface="微软雅黑" panose="020B0503020204020204" pitchFamily="34" charset="-122"/>
                    <a:ea typeface="微软雅黑" panose="020B0503020204020204" pitchFamily="34" charset="-122"/>
                  </a:rPr>
                  <a:t> = </a:t>
                </a:r>
                <a:r>
                  <a:rPr lang="zh-CN" altLang="en-US" sz="2000" dirty="0">
                    <a:solidFill>
                      <a:srgbClr val="0070C0"/>
                    </a:solidFill>
                    <a:latin typeface="微软雅黑" panose="020B0503020204020204" pitchFamily="34" charset="-122"/>
                    <a:ea typeface="微软雅黑" panose="020B0503020204020204" pitchFamily="34" charset="-122"/>
                  </a:rPr>
                  <a:t>立</a:t>
                </a:r>
                <a:r>
                  <a:rPr lang="zh-CN" altLang="en-US" sz="2000" dirty="0" smtClean="0">
                    <a:solidFill>
                      <a:srgbClr val="0070C0"/>
                    </a:solidFill>
                    <a:latin typeface="微软雅黑" panose="020B0503020204020204" pitchFamily="34" charset="-122"/>
                    <a:ea typeface="微软雅黑" panose="020B0503020204020204" pitchFamily="34" charset="-122"/>
                  </a:rPr>
                  <a:t>面剖分的过程</a:t>
                </a:r>
                <a:endParaRPr lang="en-US" altLang="zh-CN" sz="2000" dirty="0" smtClean="0">
                  <a:solidFill>
                    <a:srgbClr val="0070C0"/>
                  </a:solidFill>
                  <a:latin typeface="微软雅黑" panose="020B0503020204020204" pitchFamily="34" charset="-122"/>
                  <a:ea typeface="微软雅黑" panose="020B0503020204020204" pitchFamily="34" charset="-122"/>
                </a:endParaRPr>
              </a:p>
              <a:p>
                <a:pPr marL="171450" indent="-171450">
                  <a:lnSpc>
                    <a:spcPct val="100000"/>
                  </a:lnSpc>
                  <a:buClr>
                    <a:srgbClr val="00B050"/>
                  </a:buClr>
                  <a:buFont typeface="Wingdings" panose="05000000000000000000" pitchFamily="2" charset="2"/>
                  <a:buChar char="u"/>
                </a:pPr>
                <a:r>
                  <a:rPr lang="en-US" altLang="zh-CN" sz="2000" dirty="0" smtClean="0">
                    <a:solidFill>
                      <a:srgbClr val="FFC000"/>
                    </a:solidFill>
                    <a:latin typeface="微软雅黑" panose="020B0503020204020204" pitchFamily="34" charset="-122"/>
                    <a:ea typeface="微软雅黑" panose="020B0503020204020204" pitchFamily="34" charset="-122"/>
                  </a:rPr>
                  <a:t>Environment</a:t>
                </a:r>
                <a:r>
                  <a:rPr lang="en-US" altLang="zh-CN" sz="2000" dirty="0" smtClean="0">
                    <a:solidFill>
                      <a:schemeClr val="tx1"/>
                    </a:solidFill>
                    <a:latin typeface="微软雅黑" panose="020B0503020204020204" pitchFamily="34" charset="-122"/>
                    <a:ea typeface="微软雅黑" panose="020B0503020204020204" pitchFamily="34" charset="-122"/>
                  </a:rPr>
                  <a:t> = </a:t>
                </a:r>
                <a:r>
                  <a:rPr lang="zh-CN" altLang="en-US" sz="2000" dirty="0" smtClean="0">
                    <a:solidFill>
                      <a:srgbClr val="0070C0"/>
                    </a:solidFill>
                    <a:latin typeface="微软雅黑" panose="020B0503020204020204" pitchFamily="34" charset="-122"/>
                    <a:ea typeface="微软雅黑" panose="020B0503020204020204" pitchFamily="34" charset="-122"/>
                  </a:rPr>
                  <a:t>剖分树</a:t>
                </a:r>
                <a:endParaRPr lang="en-US" altLang="zh-CN" sz="2000" dirty="0" smtClean="0">
                  <a:solidFill>
                    <a:srgbClr val="0070C0"/>
                  </a:solidFill>
                  <a:latin typeface="微软雅黑" panose="020B0503020204020204" pitchFamily="34" charset="-122"/>
                  <a:ea typeface="微软雅黑" panose="020B0503020204020204" pitchFamily="34" charset="-122"/>
                </a:endParaRPr>
              </a:p>
              <a:p>
                <a:pPr marL="171450" indent="-171450">
                  <a:lnSpc>
                    <a:spcPct val="100000"/>
                  </a:lnSpc>
                  <a:buClr>
                    <a:srgbClr val="00B050"/>
                  </a:buClr>
                  <a:buFont typeface="Wingdings" panose="05000000000000000000" pitchFamily="2" charset="2"/>
                  <a:buChar char="u"/>
                </a:pPr>
                <a:r>
                  <a:rPr lang="zh-CN" altLang="en-US" sz="2000" dirty="0" smtClean="0">
                    <a:solidFill>
                      <a:srgbClr val="FFC000"/>
                    </a:solidFill>
                    <a:latin typeface="微软雅黑" panose="020B0503020204020204" pitchFamily="34" charset="-122"/>
                    <a:ea typeface="微软雅黑" panose="020B0503020204020204" pitchFamily="34" charset="-122"/>
                  </a:rPr>
                  <a:t>状态</a:t>
                </a:r>
                <a:r>
                  <a:rPr lang="zh-CN" altLang="en-US" sz="2000" dirty="0" smtClean="0">
                    <a:solidFill>
                      <a:schemeClr val="tx1"/>
                    </a:solidFill>
                    <a:latin typeface="微软雅黑" panose="020B0503020204020204" pitchFamily="34" charset="-122"/>
                    <a:ea typeface="微软雅黑" panose="020B0503020204020204" pitchFamily="34" charset="-122"/>
                  </a:rPr>
                  <a:t> </a:t>
                </a:r>
                <a:r>
                  <a:rPr lang="en-US" altLang="zh-CN" sz="2000" dirty="0" smtClean="0">
                    <a:solidFill>
                      <a:schemeClr val="tx1"/>
                    </a:solidFill>
                    <a:latin typeface="微软雅黑" panose="020B0503020204020204" pitchFamily="34" charset="-122"/>
                    <a:ea typeface="微软雅黑" panose="020B0503020204020204" pitchFamily="34" charset="-122"/>
                  </a:rPr>
                  <a:t>=</a:t>
                </a:r>
                <a:r>
                  <a:rPr lang="zh-CN" altLang="en-US" sz="2000" dirty="0" smtClean="0">
                    <a:solidFill>
                      <a:schemeClr val="tx1"/>
                    </a:solidFill>
                    <a:latin typeface="微软雅黑" panose="020B0503020204020204" pitchFamily="34" charset="-122"/>
                    <a:ea typeface="微软雅黑" panose="020B0503020204020204" pitchFamily="34" charset="-122"/>
                  </a:rPr>
                  <a:t> </a:t>
                </a:r>
                <a:r>
                  <a:rPr lang="zh-CN" altLang="en-US" sz="2000" dirty="0" smtClean="0">
                    <a:solidFill>
                      <a:srgbClr val="0070C0"/>
                    </a:solidFill>
                    <a:latin typeface="微软雅黑" panose="020B0503020204020204" pitchFamily="34" charset="-122"/>
                    <a:ea typeface="微软雅黑" panose="020B0503020204020204" pitchFamily="34" charset="-122"/>
                  </a:rPr>
                  <a:t>剖分树中的节点</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800100" lvl="1" indent="-285750">
                  <a:lnSpc>
                    <a:spcPct val="100000"/>
                  </a:lnSpc>
                  <a:buClr>
                    <a:srgbClr val="00B050"/>
                  </a:buClr>
                  <a:buFont typeface="Wingdings" panose="05000000000000000000" pitchFamily="2" charset="2"/>
                  <a:buChar char="ü"/>
                </a:pPr>
                <a:r>
                  <a:rPr lang="zh-CN" altLang="en-US" sz="2000" dirty="0" smtClean="0">
                    <a:solidFill>
                      <a:schemeClr val="tx1"/>
                    </a:solidFill>
                    <a:latin typeface="微软雅黑" panose="020B0503020204020204" pitchFamily="34" charset="-122"/>
                    <a:ea typeface="微软雅黑" panose="020B0503020204020204" pitchFamily="34" charset="-122"/>
                  </a:rPr>
                  <a:t>在剖分的每一步，</a:t>
                </a:r>
                <a:r>
                  <a:rPr lang="en-US" altLang="zh-CN" sz="2000" dirty="0" smtClean="0">
                    <a:solidFill>
                      <a:schemeClr val="tx1"/>
                    </a:solidFill>
                    <a:latin typeface="微软雅黑" panose="020B0503020204020204" pitchFamily="34" charset="-122"/>
                    <a:ea typeface="微软雅黑" panose="020B0503020204020204" pitchFamily="34" charset="-122"/>
                  </a:rPr>
                  <a:t>Agent</a:t>
                </a:r>
                <a:r>
                  <a:rPr lang="zh-CN" altLang="en-US" sz="2000" dirty="0" smtClean="0">
                    <a:solidFill>
                      <a:schemeClr val="tx1"/>
                    </a:solidFill>
                    <a:latin typeface="微软雅黑" panose="020B0503020204020204" pitchFamily="34" charset="-122"/>
                    <a:ea typeface="微软雅黑" panose="020B0503020204020204" pitchFamily="34" charset="-122"/>
                  </a:rPr>
                  <a:t>都位于剖分树的某个结点上</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171450" indent="-171450">
                  <a:lnSpc>
                    <a:spcPct val="100000"/>
                  </a:lnSpc>
                  <a:buClr>
                    <a:srgbClr val="00B050"/>
                  </a:buClr>
                  <a:buFont typeface="Wingdings" panose="05000000000000000000" pitchFamily="2" charset="2"/>
                  <a:buChar char="u"/>
                </a:pPr>
                <a:r>
                  <a:rPr lang="zh-CN" altLang="en-US" sz="2000" dirty="0" smtClean="0">
                    <a:solidFill>
                      <a:srgbClr val="FFC000"/>
                    </a:solidFill>
                    <a:latin typeface="微软雅黑" panose="020B0503020204020204" pitchFamily="34" charset="-122"/>
                    <a:ea typeface="微软雅黑" panose="020B0503020204020204" pitchFamily="34" charset="-122"/>
                  </a:rPr>
                  <a:t>行为</a:t>
                </a:r>
                <a:r>
                  <a:rPr lang="en-US" altLang="zh-CN" sz="2000" dirty="0" smtClean="0">
                    <a:solidFill>
                      <a:schemeClr val="tx1"/>
                    </a:solidFill>
                    <a:latin typeface="微软雅黑" panose="020B0503020204020204" pitchFamily="34" charset="-122"/>
                    <a:ea typeface="微软雅黑" panose="020B0503020204020204" pitchFamily="34" charset="-122"/>
                  </a:rPr>
                  <a:t>= </a:t>
                </a:r>
                <a:r>
                  <a:rPr lang="zh-CN" altLang="en-US" sz="2000" dirty="0" smtClean="0">
                    <a:solidFill>
                      <a:srgbClr val="0070C0"/>
                    </a:solidFill>
                    <a:latin typeface="微软雅黑" panose="020B0503020204020204" pitchFamily="34" charset="-122"/>
                    <a:ea typeface="微软雅黑" panose="020B0503020204020204" pitchFamily="34" charset="-122"/>
                  </a:rPr>
                  <a:t>语法规则</a:t>
                </a:r>
                <a:endParaRPr lang="en-US" altLang="zh-CN" sz="2000" dirty="0" smtClean="0">
                  <a:solidFill>
                    <a:srgbClr val="0070C0"/>
                  </a:solidFill>
                  <a:latin typeface="微软雅黑" panose="020B0503020204020204" pitchFamily="34" charset="-122"/>
                  <a:ea typeface="微软雅黑" panose="020B0503020204020204" pitchFamily="34" charset="-122"/>
                </a:endParaRPr>
              </a:p>
              <a:p>
                <a:pPr marL="285750" indent="-285750">
                  <a:lnSpc>
                    <a:spcPct val="100000"/>
                  </a:lnSpc>
                  <a:buClr>
                    <a:srgbClr val="00B050"/>
                  </a:buClr>
                  <a:buFont typeface="Wingdings" panose="05000000000000000000" pitchFamily="2" charset="2"/>
                  <a:buChar char="u"/>
                </a:pPr>
                <a:r>
                  <a:rPr lang="zh-CN" altLang="en-US" sz="2000" dirty="0" smtClean="0">
                    <a:solidFill>
                      <a:srgbClr val="FFC000"/>
                    </a:solidFill>
                    <a:latin typeface="微软雅黑" panose="020B0503020204020204" pitchFamily="34" charset="-122"/>
                    <a:ea typeface="微软雅黑" panose="020B0503020204020204" pitchFamily="34" charset="-122"/>
                  </a:rPr>
                  <a:t>长期回报值</a:t>
                </a:r>
                <a:r>
                  <a:rPr lang="en-US" altLang="zh-CN" sz="2000" dirty="0" smtClean="0">
                    <a:solidFill>
                      <a:srgbClr val="0070C0"/>
                    </a:solidFill>
                    <a:latin typeface="微软雅黑" panose="020B0503020204020204" pitchFamily="34" charset="-122"/>
                    <a:ea typeface="微软雅黑" panose="020B0503020204020204" pitchFamily="34" charset="-122"/>
                  </a:rPr>
                  <a:t>= </a:t>
                </a:r>
                <a14:m>
                  <m:oMath xmlns:m="http://schemas.openxmlformats.org/officeDocument/2006/math">
                    <m:nary>
                      <m:naryPr>
                        <m:chr m:val="∑"/>
                        <m:supHide m:val="on"/>
                        <m:ctrlPr>
                          <a:rPr lang="en-US" altLang="zh-CN" sz="2000" i="1" dirty="0" smtClean="0">
                            <a:solidFill>
                              <a:srgbClr val="0070C0"/>
                            </a:solidFill>
                            <a:latin typeface="Cambria Math" panose="02040503050406030204" pitchFamily="18" charset="0"/>
                          </a:rPr>
                        </m:ctrlPr>
                      </m:naryPr>
                      <m:sub>
                        <m:r>
                          <m:rPr>
                            <m:brk m:alnAt="7"/>
                          </m:rPr>
                          <a:rPr lang="en-US" altLang="zh-CN" sz="2000" b="0" i="1" dirty="0" smtClean="0">
                            <a:solidFill>
                              <a:srgbClr val="0070C0"/>
                            </a:solidFill>
                            <a:latin typeface="Cambria Math" panose="02040503050406030204" pitchFamily="18" charset="0"/>
                          </a:rPr>
                          <m:t>𝑥</m:t>
                        </m:r>
                        <m:r>
                          <a:rPr lang="en-US" altLang="zh-CN" sz="2000" b="0" i="1" dirty="0" smtClean="0">
                            <a:solidFill>
                              <a:srgbClr val="0070C0"/>
                            </a:solidFill>
                            <a:latin typeface="Cambria Math" panose="02040503050406030204" pitchFamily="18" charset="0"/>
                          </a:rPr>
                          <m:t>,</m:t>
                        </m:r>
                        <m:r>
                          <a:rPr lang="en-US" altLang="zh-CN" sz="2000" b="0" i="1" dirty="0" smtClean="0">
                            <a:solidFill>
                              <a:srgbClr val="0070C0"/>
                            </a:solidFill>
                            <a:latin typeface="Cambria Math" panose="02040503050406030204" pitchFamily="18" charset="0"/>
                          </a:rPr>
                          <m:t>𝑦</m:t>
                        </m:r>
                        <m:r>
                          <a:rPr lang="en-US" altLang="zh-CN" sz="2000" b="0" i="1" dirty="0" smtClean="0">
                            <a:solidFill>
                              <a:srgbClr val="0070C0"/>
                            </a:solidFill>
                            <a:latin typeface="Cambria Math" panose="02040503050406030204" pitchFamily="18" charset="0"/>
                            <a:ea typeface="Cambria Math" panose="02040503050406030204" pitchFamily="18" charset="0"/>
                          </a:rPr>
                          <m:t>∈</m:t>
                        </m:r>
                        <m:r>
                          <a:rPr lang="en-US" altLang="zh-CN" sz="2000" b="0" i="1" dirty="0" smtClean="0">
                            <a:solidFill>
                              <a:srgbClr val="0070C0"/>
                            </a:solidFill>
                            <a:latin typeface="Cambria Math" panose="02040503050406030204" pitchFamily="18" charset="0"/>
                            <a:ea typeface="Cambria Math" panose="02040503050406030204" pitchFamily="18" charset="0"/>
                          </a:rPr>
                          <m:t>𝑓𝑎𝑐𝑎𝑑𝑒</m:t>
                        </m:r>
                      </m:sub>
                      <m:sup/>
                      <m:e>
                        <m:r>
                          <m:rPr>
                            <m:sty m:val="p"/>
                          </m:rPr>
                          <a:rPr lang="en-US" altLang="zh-CN" sz="2000" dirty="0">
                            <a:solidFill>
                              <a:srgbClr val="0070C0"/>
                            </a:solidFill>
                            <a:latin typeface="Cambria Math" panose="02040503050406030204" pitchFamily="18" charset="0"/>
                          </a:rPr>
                          <m:t>p</m:t>
                        </m:r>
                        <m:r>
                          <a:rPr lang="en-US" altLang="zh-CN" sz="2000" dirty="0">
                            <a:solidFill>
                              <a:srgbClr val="0070C0"/>
                            </a:solidFill>
                            <a:latin typeface="Cambria Math" panose="02040503050406030204" pitchFamily="18" charset="0"/>
                          </a:rPr>
                          <m:t>(</m:t>
                        </m:r>
                        <m:r>
                          <m:rPr>
                            <m:sty m:val="p"/>
                          </m:rPr>
                          <a:rPr lang="en-US" altLang="zh-CN" sz="2000" dirty="0">
                            <a:solidFill>
                              <a:srgbClr val="0070C0"/>
                            </a:solidFill>
                            <a:latin typeface="Cambria Math" panose="02040503050406030204" pitchFamily="18" charset="0"/>
                          </a:rPr>
                          <m:t>s</m:t>
                        </m:r>
                        <m:r>
                          <a:rPr lang="en-US" altLang="zh-CN" sz="2000" dirty="0">
                            <a:solidFill>
                              <a:srgbClr val="0070C0"/>
                            </a:solidFill>
                            <a:latin typeface="Cambria Math" panose="02040503050406030204" pitchFamily="18" charset="0"/>
                          </a:rPr>
                          <m:t>(</m:t>
                        </m:r>
                        <m:r>
                          <m:rPr>
                            <m:sty m:val="p"/>
                          </m:rPr>
                          <a:rPr lang="en-US" altLang="zh-CN" sz="2000" dirty="0">
                            <a:solidFill>
                              <a:srgbClr val="0070C0"/>
                            </a:solidFill>
                            <a:latin typeface="Cambria Math" panose="02040503050406030204" pitchFamily="18" charset="0"/>
                          </a:rPr>
                          <m:t>x</m:t>
                        </m:r>
                        <m:r>
                          <a:rPr lang="en-US" altLang="zh-CN" sz="2000" dirty="0">
                            <a:solidFill>
                              <a:srgbClr val="0070C0"/>
                            </a:solidFill>
                            <a:latin typeface="Cambria Math" panose="02040503050406030204" pitchFamily="18" charset="0"/>
                          </a:rPr>
                          <m:t>,</m:t>
                        </m:r>
                        <m:r>
                          <m:rPr>
                            <m:sty m:val="p"/>
                          </m:rPr>
                          <a:rPr lang="en-US" altLang="zh-CN" sz="2000" dirty="0">
                            <a:solidFill>
                              <a:srgbClr val="0070C0"/>
                            </a:solidFill>
                            <a:latin typeface="Cambria Math" panose="02040503050406030204" pitchFamily="18" charset="0"/>
                          </a:rPr>
                          <m:t>y</m:t>
                        </m:r>
                        <m:r>
                          <a:rPr lang="en-US" altLang="zh-CN" sz="2000" dirty="0">
                            <a:solidFill>
                              <a:srgbClr val="0070C0"/>
                            </a:solidFill>
                            <a:latin typeface="Cambria Math" panose="02040503050406030204" pitchFamily="18" charset="0"/>
                          </a:rPr>
                          <m:t>)|</m:t>
                        </m:r>
                        <m:r>
                          <m:rPr>
                            <m:sty m:val="p"/>
                          </m:rPr>
                          <a:rPr lang="en-US" altLang="zh-CN" sz="2000" dirty="0">
                            <a:solidFill>
                              <a:srgbClr val="0070C0"/>
                            </a:solidFill>
                            <a:latin typeface="Cambria Math" panose="02040503050406030204" pitchFamily="18" charset="0"/>
                          </a:rPr>
                          <m:t>x</m:t>
                        </m:r>
                        <m:r>
                          <a:rPr lang="en-US" altLang="zh-CN" sz="2000" dirty="0">
                            <a:solidFill>
                              <a:srgbClr val="0070C0"/>
                            </a:solidFill>
                            <a:latin typeface="Cambria Math" panose="02040503050406030204" pitchFamily="18" charset="0"/>
                          </a:rPr>
                          <m:t>,</m:t>
                        </m:r>
                        <m:r>
                          <m:rPr>
                            <m:sty m:val="p"/>
                          </m:rPr>
                          <a:rPr lang="en-US" altLang="zh-CN" sz="2000" dirty="0">
                            <a:solidFill>
                              <a:srgbClr val="0070C0"/>
                            </a:solidFill>
                            <a:latin typeface="Cambria Math" panose="02040503050406030204" pitchFamily="18" charset="0"/>
                          </a:rPr>
                          <m:t>y</m:t>
                        </m:r>
                        <m:r>
                          <a:rPr lang="en-US" altLang="zh-CN" sz="2000" dirty="0">
                            <a:solidFill>
                              <a:srgbClr val="0070C0"/>
                            </a:solidFill>
                            <a:latin typeface="Cambria Math" panose="02040503050406030204" pitchFamily="18" charset="0"/>
                          </a:rPr>
                          <m:t>)</m:t>
                        </m:r>
                        <m:r>
                          <m:rPr>
                            <m:nor/>
                          </m:rPr>
                          <a:rPr lang="zh-CN" altLang="en-US" sz="2000" dirty="0">
                            <a:solidFill>
                              <a:srgbClr val="0070C0"/>
                            </a:solidFill>
                            <a:latin typeface="微软雅黑" panose="020B0503020204020204" pitchFamily="34" charset="-122"/>
                            <a:ea typeface="微软雅黑" panose="020B0503020204020204" pitchFamily="34" charset="-122"/>
                          </a:rPr>
                          <m:t> </m:t>
                        </m:r>
                      </m:e>
                    </m:nary>
                  </m:oMath>
                </a14:m>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800100" lvl="1" indent="-285750">
                  <a:lnSpc>
                    <a:spcPct val="100000"/>
                  </a:lnSpc>
                  <a:buClr>
                    <a:srgbClr val="00B050"/>
                  </a:buClr>
                  <a:buFont typeface="Wingdings" panose="05000000000000000000" pitchFamily="2" charset="2"/>
                  <a:buChar char="u"/>
                </a:pPr>
                <a:r>
                  <a:rPr lang="en-US" altLang="zh-CN" sz="2000" dirty="0" smtClean="0">
                    <a:solidFill>
                      <a:schemeClr val="tx1"/>
                    </a:solidFill>
                    <a:latin typeface="微软雅黑" panose="020B0503020204020204" pitchFamily="34" charset="-122"/>
                    <a:ea typeface="微软雅黑" panose="020B0503020204020204" pitchFamily="34" charset="-122"/>
                  </a:rPr>
                  <a:t>s(x, y)</a:t>
                </a:r>
                <a:r>
                  <a:rPr lang="zh-CN" altLang="en-US" sz="2000" dirty="0" smtClean="0">
                    <a:solidFill>
                      <a:schemeClr val="tx1"/>
                    </a:solidFill>
                    <a:latin typeface="微软雅黑" panose="020B0503020204020204" pitchFamily="34" charset="-122"/>
                    <a:ea typeface="微软雅黑" panose="020B0503020204020204" pitchFamily="34" charset="-122"/>
                  </a:rPr>
                  <a:t>根据策略</a:t>
                </a:r>
                <a:r>
                  <a:rPr lang="en-US" altLang="zh-CN" sz="2000" dirty="0" smtClean="0">
                    <a:solidFill>
                      <a:schemeClr val="tx1"/>
                    </a:solidFill>
                    <a:latin typeface="微软雅黑" panose="020B0503020204020204" pitchFamily="34" charset="-122"/>
                    <a:ea typeface="微软雅黑" panose="020B0503020204020204" pitchFamily="34" charset="-122"/>
                  </a:rPr>
                  <a:t>s</a:t>
                </a:r>
                <a:r>
                  <a:rPr lang="zh-CN" altLang="en-US" sz="2000" dirty="0" smtClean="0">
                    <a:solidFill>
                      <a:schemeClr val="tx1"/>
                    </a:solidFill>
                    <a:latin typeface="微软雅黑" panose="020B0503020204020204" pitchFamily="34" charset="-122"/>
                    <a:ea typeface="微软雅黑" panose="020B0503020204020204" pitchFamily="34" charset="-122"/>
                  </a:rPr>
                  <a:t>得到的点</a:t>
                </a:r>
                <a:r>
                  <a:rPr lang="en-US" altLang="zh-CN" sz="2000" dirty="0" smtClean="0">
                    <a:solidFill>
                      <a:schemeClr val="tx1"/>
                    </a:solidFill>
                    <a:latin typeface="微软雅黑" panose="020B0503020204020204" pitchFamily="34" charset="-122"/>
                    <a:ea typeface="微软雅黑" panose="020B0503020204020204" pitchFamily="34" charset="-122"/>
                  </a:rPr>
                  <a:t>(</a:t>
                </a:r>
                <a:r>
                  <a:rPr lang="en-US" altLang="zh-CN" sz="2000" dirty="0" err="1" smtClean="0">
                    <a:solidFill>
                      <a:schemeClr val="tx1"/>
                    </a:solidFill>
                    <a:latin typeface="微软雅黑" panose="020B0503020204020204" pitchFamily="34" charset="-122"/>
                    <a:ea typeface="微软雅黑" panose="020B0503020204020204" pitchFamily="34" charset="-122"/>
                  </a:rPr>
                  <a:t>x,y</a:t>
                </a:r>
                <a:r>
                  <a:rPr lang="en-US" altLang="zh-CN" sz="2000" dirty="0" smtClean="0">
                    <a:solidFill>
                      <a:schemeClr val="tx1"/>
                    </a:solidFill>
                    <a:latin typeface="微软雅黑" panose="020B0503020204020204" pitchFamily="34" charset="-122"/>
                    <a:ea typeface="微软雅黑" panose="020B0503020204020204" pitchFamily="34" charset="-122"/>
                  </a:rPr>
                  <a:t>)</a:t>
                </a:r>
                <a:r>
                  <a:rPr lang="zh-CN" altLang="en-US" sz="2000" dirty="0" smtClean="0">
                    <a:solidFill>
                      <a:schemeClr val="tx1"/>
                    </a:solidFill>
                    <a:latin typeface="微软雅黑" panose="020B0503020204020204" pitchFamily="34" charset="-122"/>
                    <a:ea typeface="微软雅黑" panose="020B0503020204020204" pitchFamily="34" charset="-122"/>
                  </a:rPr>
                  <a:t>的建筑结构类别</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800100" lvl="1" indent="-285750">
                  <a:lnSpc>
                    <a:spcPct val="100000"/>
                  </a:lnSpc>
                  <a:buClr>
                    <a:srgbClr val="00B050"/>
                  </a:buClr>
                  <a:buFont typeface="Wingdings" panose="05000000000000000000" pitchFamily="2" charset="2"/>
                  <a:buChar char="u"/>
                </a:pPr>
                <a:r>
                  <a:rPr lang="en-US" altLang="zh-CN" sz="2000" dirty="0" smtClean="0">
                    <a:solidFill>
                      <a:schemeClr val="tx1"/>
                    </a:solidFill>
                    <a:latin typeface="微软雅黑" panose="020B0503020204020204" pitchFamily="34" charset="-122"/>
                    <a:ea typeface="微软雅黑" panose="020B0503020204020204" pitchFamily="34" charset="-122"/>
                  </a:rPr>
                  <a:t>P(s(x, y)|x, y) </a:t>
                </a:r>
                <a:r>
                  <a:rPr lang="zh-CN" altLang="en-US" sz="2000" dirty="0" smtClean="0">
                    <a:solidFill>
                      <a:schemeClr val="tx1"/>
                    </a:solidFill>
                    <a:latin typeface="微软雅黑" panose="020B0503020204020204" pitchFamily="34" charset="-122"/>
                    <a:ea typeface="微软雅黑" panose="020B0503020204020204" pitchFamily="34" charset="-122"/>
                  </a:rPr>
                  <a:t>真实情况下点</a:t>
                </a:r>
                <a:r>
                  <a:rPr lang="en-US" altLang="zh-CN" sz="2000" dirty="0" smtClean="0">
                    <a:solidFill>
                      <a:schemeClr val="tx1"/>
                    </a:solidFill>
                    <a:latin typeface="微软雅黑" panose="020B0503020204020204" pitchFamily="34" charset="-122"/>
                    <a:ea typeface="微软雅黑" panose="020B0503020204020204" pitchFamily="34" charset="-122"/>
                  </a:rPr>
                  <a:t>(</a:t>
                </a:r>
                <a:r>
                  <a:rPr lang="en-US" altLang="zh-CN" sz="2000" dirty="0" err="1" smtClean="0">
                    <a:solidFill>
                      <a:schemeClr val="tx1"/>
                    </a:solidFill>
                    <a:latin typeface="微软雅黑" panose="020B0503020204020204" pitchFamily="34" charset="-122"/>
                    <a:ea typeface="微软雅黑" panose="020B0503020204020204" pitchFamily="34" charset="-122"/>
                  </a:rPr>
                  <a:t>x,y</a:t>
                </a:r>
                <a:r>
                  <a:rPr lang="en-US" altLang="zh-CN" sz="2000" dirty="0" smtClean="0">
                    <a:solidFill>
                      <a:schemeClr val="tx1"/>
                    </a:solidFill>
                    <a:latin typeface="微软雅黑" panose="020B0503020204020204" pitchFamily="34" charset="-122"/>
                    <a:ea typeface="微软雅黑" panose="020B0503020204020204" pitchFamily="34" charset="-122"/>
                  </a:rPr>
                  <a:t>)</a:t>
                </a:r>
                <a:r>
                  <a:rPr lang="zh-CN" altLang="en-US" sz="2000" dirty="0">
                    <a:solidFill>
                      <a:schemeClr val="tx1"/>
                    </a:solidFill>
                    <a:latin typeface="微软雅黑" panose="020B0503020204020204" pitchFamily="34" charset="-122"/>
                    <a:ea typeface="微软雅黑" panose="020B0503020204020204" pitchFamily="34" charset="-122"/>
                  </a:rPr>
                  <a:t>是</a:t>
                </a:r>
                <a:r>
                  <a:rPr lang="zh-CN" altLang="en-US" sz="2000" dirty="0" smtClean="0">
                    <a:solidFill>
                      <a:schemeClr val="tx1"/>
                    </a:solidFill>
                    <a:latin typeface="微软雅黑" panose="020B0503020204020204" pitchFamily="34" charset="-122"/>
                    <a:ea typeface="微软雅黑" panose="020B0503020204020204" pitchFamily="34" charset="-122"/>
                  </a:rPr>
                  <a:t>建筑类别</a:t>
                </a:r>
                <a:r>
                  <a:rPr lang="en-US" altLang="zh-CN" sz="2000" dirty="0">
                    <a:solidFill>
                      <a:schemeClr val="tx1"/>
                    </a:solidFill>
                    <a:latin typeface="微软雅黑" panose="020B0503020204020204" pitchFamily="34" charset="-122"/>
                    <a:ea typeface="微软雅黑" panose="020B0503020204020204" pitchFamily="34" charset="-122"/>
                  </a:rPr>
                  <a:t>s(x, </a:t>
                </a:r>
                <a:r>
                  <a:rPr lang="en-US" altLang="zh-CN" sz="2000" dirty="0" smtClean="0">
                    <a:solidFill>
                      <a:schemeClr val="tx1"/>
                    </a:solidFill>
                    <a:latin typeface="微软雅黑" panose="020B0503020204020204" pitchFamily="34" charset="-122"/>
                    <a:ea typeface="微软雅黑" panose="020B0503020204020204" pitchFamily="34" charset="-122"/>
                  </a:rPr>
                  <a:t>y)</a:t>
                </a:r>
                <a:r>
                  <a:rPr lang="zh-CN" altLang="en-US" sz="2000" dirty="0" smtClean="0">
                    <a:solidFill>
                      <a:schemeClr val="tx1"/>
                    </a:solidFill>
                    <a:latin typeface="微软雅黑" panose="020B0503020204020204" pitchFamily="34" charset="-122"/>
                    <a:ea typeface="微软雅黑" panose="020B0503020204020204" pitchFamily="34" charset="-122"/>
                  </a:rPr>
                  <a:t>的概率</a:t>
                </a:r>
                <a:endParaRPr lang="zh-CN" altLang="en-US" sz="2000" dirty="0">
                  <a:solidFill>
                    <a:schemeClr val="tx1"/>
                  </a:solidFill>
                  <a:latin typeface="微软雅黑" panose="020B0503020204020204" pitchFamily="34" charset="-122"/>
                  <a:ea typeface="微软雅黑" panose="020B0503020204020204" pitchFamily="34" charset="-122"/>
                </a:endParaRPr>
              </a:p>
            </p:txBody>
          </p:sp>
        </mc:Choice>
        <mc:Fallback xmlns="">
          <p:sp>
            <p:nvSpPr>
              <p:cNvPr id="4" name="内容占位符 3"/>
              <p:cNvSpPr>
                <a:spLocks noGrp="1" noRot="1" noChangeAspect="1" noMove="1" noResize="1" noEditPoints="1" noAdjustHandles="1" noChangeArrowheads="1" noChangeShapeType="1" noTextEdit="1"/>
              </p:cNvSpPr>
              <p:nvPr>
                <p:ph idx="1"/>
              </p:nvPr>
            </p:nvSpPr>
            <p:spPr>
              <a:xfrm>
                <a:off x="628652" y="1825625"/>
                <a:ext cx="7281634" cy="4734832"/>
              </a:xfrm>
              <a:blipFill rotWithShape="0">
                <a:blip r:embed="rId3"/>
                <a:stretch>
                  <a:fillRect l="-753" t="-644" r="-837"/>
                </a:stretch>
              </a:blipFill>
            </p:spPr>
            <p:txBody>
              <a:bodyPr/>
              <a:lstStyle/>
              <a:p>
                <a:r>
                  <a:rPr lang="zh-CN" altLang="en-US">
                    <a:noFill/>
                  </a:rPr>
                  <a:t> </a:t>
                </a:r>
              </a:p>
            </p:txBody>
          </p:sp>
        </mc:Fallback>
      </mc:AlternateContent>
      <p:sp>
        <p:nvSpPr>
          <p:cNvPr id="5" name="Rectangle 2"/>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
        <p:nvSpPr>
          <p:cNvPr id="8" name="Rectangle 5"/>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
        <p:nvSpPr>
          <p:cNvPr id="10" name="文本框 9"/>
          <p:cNvSpPr txBox="1"/>
          <p:nvPr/>
        </p:nvSpPr>
        <p:spPr>
          <a:xfrm>
            <a:off x="4122057" y="2609396"/>
            <a:ext cx="4393295" cy="1384995"/>
          </a:xfrm>
          <a:prstGeom prst="rect">
            <a:avLst/>
          </a:prstGeom>
          <a:solidFill>
            <a:schemeClr val="accent5"/>
          </a:solidFill>
        </p:spPr>
        <p:txBody>
          <a:bodyPr wrap="square" rtlCol="0">
            <a:spAutoFit/>
          </a:bodyPr>
          <a:lstStyle/>
          <a:p>
            <a:r>
              <a:rPr lang="zh-CN" altLang="en-US"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如何得到点（</a:t>
            </a:r>
            <a:r>
              <a:rPr lang="en-US" altLang="zh-CN"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x</a:t>
            </a:r>
            <a:r>
              <a:rPr lang="zh-CN" altLang="en-US"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a:t>
            </a:r>
            <a:r>
              <a:rPr lang="en-US" altLang="zh-CN"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 y</a:t>
            </a:r>
            <a:r>
              <a:rPr lang="zh-CN" altLang="en-US"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）真实情况下为建筑类别</a:t>
            </a:r>
            <a:r>
              <a:rPr lang="en-US" altLang="zh-CN"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a</a:t>
            </a:r>
            <a:r>
              <a:rPr lang="zh-CN" altLang="en-US"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的概率</a:t>
            </a:r>
            <a:r>
              <a:rPr lang="en-US" altLang="zh-CN"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p(</a:t>
            </a:r>
            <a:r>
              <a:rPr lang="en-US" altLang="zh-CN" sz="2800" b="1" dirty="0" err="1"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a|x</a:t>
            </a:r>
            <a:r>
              <a:rPr lang="en-US" altLang="zh-CN"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 y) ?</a:t>
            </a:r>
            <a:endParaRPr lang="zh-CN" altLang="en-US" sz="2800" b="1" dirty="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endParaRPr>
          </a:p>
        </p:txBody>
      </p:sp>
    </p:spTree>
    <p:extLst>
      <p:ext uri="{BB962C8B-B14F-4D97-AF65-F5344CB8AC3E}">
        <p14:creationId xmlns:p14="http://schemas.microsoft.com/office/powerpoint/2010/main" val="153153229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6" end="6"/>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
                                            <p:txEl>
                                              <p:pRg st="7" end="7"/>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additive="base">
                                        <p:cTn id="37" dur="500" fill="hold"/>
                                        <p:tgtEl>
                                          <p:spTgt spid="10"/>
                                        </p:tgtEl>
                                        <p:attrNameLst>
                                          <p:attrName>ppt_x</p:attrName>
                                        </p:attrNameLst>
                                      </p:cBhvr>
                                      <p:tavLst>
                                        <p:tav tm="0">
                                          <p:val>
                                            <p:strVal val="#ppt_x"/>
                                          </p:val>
                                        </p:tav>
                                        <p:tav tm="100000">
                                          <p:val>
                                            <p:strVal val="#ppt_x"/>
                                          </p:val>
                                        </p:tav>
                                      </p:tavLst>
                                    </p:anim>
                                    <p:anim calcmode="lin" valueType="num">
                                      <p:cBhvr additive="base">
                                        <p:cTn id="3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10"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Content Placeholder 2"/>
          <p:cNvSpPr>
            <a:spLocks noGrp="1"/>
          </p:cNvSpPr>
          <p:nvPr>
            <p:ph idx="1"/>
          </p:nvPr>
        </p:nvSpPr>
        <p:spPr>
          <a:xfrm>
            <a:off x="544427" y="1825625"/>
            <a:ext cx="6457951" cy="4551112"/>
          </a:xfrm>
        </p:spPr>
        <p:txBody>
          <a:bodyPr>
            <a:noAutofit/>
          </a:bodyPr>
          <a:lstStyle/>
          <a:p>
            <a:pPr marL="214313" indent="-214313">
              <a:lnSpc>
                <a:spcPct val="100000"/>
              </a:lnSpc>
              <a:buClr>
                <a:srgbClr val="00B050"/>
              </a:buClr>
              <a:buFont typeface="Wingdings" panose="05000000000000000000" pitchFamily="2" charset="2"/>
              <a:buChar char="u"/>
            </a:pPr>
            <a:r>
              <a:rPr lang="zh-CN" altLang="en-US" sz="2000" b="1" dirty="0" smtClean="0">
                <a:solidFill>
                  <a:srgbClr val="0070C0"/>
                </a:solidFill>
                <a:latin typeface="微软雅黑" panose="020B0503020204020204" pitchFamily="34" charset="-122"/>
                <a:ea typeface="微软雅黑" panose="020B0503020204020204" pitchFamily="34" charset="-122"/>
              </a:rPr>
              <a:t>预处理</a:t>
            </a:r>
            <a:endParaRPr lang="en-US" altLang="zh-CN" sz="2000" b="1" dirty="0" smtClean="0">
              <a:solidFill>
                <a:srgbClr val="0070C0"/>
              </a:solidFill>
              <a:latin typeface="微软雅黑" panose="020B0503020204020204" pitchFamily="34" charset="-122"/>
              <a:ea typeface="微软雅黑" panose="020B0503020204020204" pitchFamily="34" charset="-122"/>
            </a:endParaRPr>
          </a:p>
          <a:p>
            <a:pPr marL="800100" lvl="1" indent="-285750">
              <a:lnSpc>
                <a:spcPct val="100000"/>
              </a:lnSpc>
              <a:buClr>
                <a:srgbClr val="00B050"/>
              </a:buClr>
              <a:buFont typeface="Wingdings" panose="05000000000000000000" pitchFamily="2" charset="2"/>
              <a:buChar char="ü"/>
            </a:pPr>
            <a:r>
              <a:rPr lang="zh-CN" altLang="en-US" sz="1800" dirty="0">
                <a:solidFill>
                  <a:schemeClr val="tx1"/>
                </a:solidFill>
                <a:latin typeface="微软雅黑" panose="020B0503020204020204" pitchFamily="34" charset="-122"/>
                <a:ea typeface="微软雅黑" panose="020B0503020204020204" pitchFamily="34" charset="-122"/>
              </a:rPr>
              <a:t>去除</a:t>
            </a:r>
            <a:r>
              <a:rPr lang="zh-CN" altLang="en-US" sz="1800" dirty="0" smtClean="0">
                <a:solidFill>
                  <a:schemeClr val="tx1"/>
                </a:solidFill>
                <a:latin typeface="微软雅黑" panose="020B0503020204020204" pitchFamily="34" charset="-122"/>
                <a:ea typeface="微软雅黑" panose="020B0503020204020204" pitchFamily="34" charset="-122"/>
              </a:rPr>
              <a:t>噪声</a:t>
            </a:r>
            <a:endParaRPr lang="en-US" altLang="zh-CN" sz="1800" dirty="0" smtClean="0">
              <a:solidFill>
                <a:schemeClr val="tx1"/>
              </a:solidFill>
              <a:latin typeface="微软雅黑" panose="020B0503020204020204" pitchFamily="34" charset="-122"/>
              <a:ea typeface="微软雅黑" panose="020B0503020204020204" pitchFamily="34" charset="-122"/>
            </a:endParaRPr>
          </a:p>
          <a:p>
            <a:pPr marL="800100" lvl="1" indent="-285750">
              <a:lnSpc>
                <a:spcPct val="100000"/>
              </a:lnSpc>
              <a:buClr>
                <a:srgbClr val="00B050"/>
              </a:buClr>
              <a:buFont typeface="Wingdings" panose="05000000000000000000" pitchFamily="2" charset="2"/>
              <a:buChar char="ü"/>
            </a:pPr>
            <a:r>
              <a:rPr lang="zh-CN" altLang="en-US" sz="1800" dirty="0">
                <a:solidFill>
                  <a:schemeClr val="tx1"/>
                </a:solidFill>
                <a:latin typeface="微软雅黑" panose="020B0503020204020204" pitchFamily="34" charset="-122"/>
                <a:ea typeface="微软雅黑" panose="020B0503020204020204" pitchFamily="34" charset="-122"/>
              </a:rPr>
              <a:t>转换坐标系，将建筑立面对其到</a:t>
            </a:r>
            <a:r>
              <a:rPr lang="en-US" altLang="zh-CN" sz="1800" dirty="0">
                <a:solidFill>
                  <a:schemeClr val="tx1"/>
                </a:solidFill>
                <a:latin typeface="微软雅黑" panose="020B0503020204020204" pitchFamily="34" charset="-122"/>
                <a:ea typeface="微软雅黑" panose="020B0503020204020204" pitchFamily="34" charset="-122"/>
              </a:rPr>
              <a:t>X-Y</a:t>
            </a:r>
            <a:r>
              <a:rPr lang="zh-CN" altLang="en-US" sz="1800" dirty="0">
                <a:solidFill>
                  <a:schemeClr val="tx1"/>
                </a:solidFill>
                <a:latin typeface="微软雅黑" panose="020B0503020204020204" pitchFamily="34" charset="-122"/>
                <a:ea typeface="微软雅黑" panose="020B0503020204020204" pitchFamily="34" charset="-122"/>
              </a:rPr>
              <a:t>平面</a:t>
            </a:r>
            <a:endParaRPr lang="en-US" altLang="zh-CN" sz="1800" dirty="0">
              <a:solidFill>
                <a:schemeClr val="tx1"/>
              </a:solidFill>
              <a:latin typeface="微软雅黑" panose="020B0503020204020204" pitchFamily="34" charset="-122"/>
              <a:ea typeface="微软雅黑" panose="020B0503020204020204" pitchFamily="34" charset="-122"/>
            </a:endParaRPr>
          </a:p>
          <a:p>
            <a:pPr marL="800100" lvl="1" indent="-285750">
              <a:lnSpc>
                <a:spcPct val="100000"/>
              </a:lnSpc>
              <a:buClr>
                <a:srgbClr val="00B050"/>
              </a:buClr>
              <a:buFont typeface="Wingdings" panose="05000000000000000000" pitchFamily="2" charset="2"/>
              <a:buChar char="ü"/>
            </a:pPr>
            <a:r>
              <a:rPr lang="zh-CN" altLang="en-US" sz="1800" dirty="0">
                <a:solidFill>
                  <a:schemeClr val="tx1"/>
                </a:solidFill>
                <a:latin typeface="微软雅黑" panose="020B0503020204020204" pitchFamily="34" charset="-122"/>
                <a:ea typeface="微软雅黑" panose="020B0503020204020204" pitchFamily="34" charset="-122"/>
              </a:rPr>
              <a:t>立面的网格分割，合并</a:t>
            </a:r>
            <a:r>
              <a:rPr lang="en-US" altLang="zh-CN" sz="1800" dirty="0">
                <a:solidFill>
                  <a:schemeClr val="tx1"/>
                </a:solidFill>
                <a:latin typeface="微软雅黑" panose="020B0503020204020204" pitchFamily="34" charset="-122"/>
                <a:ea typeface="微软雅黑" panose="020B0503020204020204" pitchFamily="34" charset="-122"/>
              </a:rPr>
              <a:t>x</a:t>
            </a:r>
            <a:r>
              <a:rPr lang="zh-CN" altLang="en-US" sz="1800" dirty="0">
                <a:solidFill>
                  <a:schemeClr val="tx1"/>
                </a:solidFill>
                <a:latin typeface="微软雅黑" panose="020B0503020204020204" pitchFamily="34" charset="-122"/>
                <a:ea typeface="微软雅黑" panose="020B0503020204020204" pitchFamily="34" charset="-122"/>
              </a:rPr>
              <a:t>，</a:t>
            </a:r>
            <a:r>
              <a:rPr lang="en-US" altLang="zh-CN" sz="1800" dirty="0">
                <a:solidFill>
                  <a:schemeClr val="tx1"/>
                </a:solidFill>
                <a:latin typeface="微软雅黑" panose="020B0503020204020204" pitchFamily="34" charset="-122"/>
                <a:ea typeface="微软雅黑" panose="020B0503020204020204" pitchFamily="34" charset="-122"/>
              </a:rPr>
              <a:t>y</a:t>
            </a:r>
            <a:r>
              <a:rPr lang="zh-CN" altLang="en-US" sz="1800" dirty="0">
                <a:solidFill>
                  <a:schemeClr val="tx1"/>
                </a:solidFill>
                <a:latin typeface="微软雅黑" panose="020B0503020204020204" pitchFamily="34" charset="-122"/>
                <a:ea typeface="微软雅黑" panose="020B0503020204020204" pitchFamily="34" charset="-122"/>
              </a:rPr>
              <a:t>相同，</a:t>
            </a:r>
            <a:r>
              <a:rPr lang="en-US" altLang="zh-CN" sz="1800" dirty="0">
                <a:solidFill>
                  <a:schemeClr val="tx1"/>
                </a:solidFill>
                <a:latin typeface="微软雅黑" panose="020B0503020204020204" pitchFamily="34" charset="-122"/>
                <a:ea typeface="微软雅黑" panose="020B0503020204020204" pitchFamily="34" charset="-122"/>
              </a:rPr>
              <a:t>z</a:t>
            </a:r>
            <a:r>
              <a:rPr lang="zh-CN" altLang="en-US" sz="1800" dirty="0">
                <a:solidFill>
                  <a:schemeClr val="tx1"/>
                </a:solidFill>
                <a:latin typeface="微软雅黑" panose="020B0503020204020204" pitchFamily="34" charset="-122"/>
                <a:ea typeface="微软雅黑" panose="020B0503020204020204" pitchFamily="34" charset="-122"/>
              </a:rPr>
              <a:t>不同的</a:t>
            </a:r>
            <a:r>
              <a:rPr lang="zh-CN" altLang="en-US" sz="1800" dirty="0" smtClean="0">
                <a:solidFill>
                  <a:schemeClr val="tx1"/>
                </a:solidFill>
                <a:latin typeface="微软雅黑" panose="020B0503020204020204" pitchFamily="34" charset="-122"/>
                <a:ea typeface="微软雅黑" panose="020B0503020204020204" pitchFamily="34" charset="-122"/>
              </a:rPr>
              <a:t>网格</a:t>
            </a:r>
            <a:endParaRPr lang="zh-CN" altLang="en-US" sz="1800" dirty="0">
              <a:solidFill>
                <a:schemeClr val="tx1"/>
              </a:solidFill>
              <a:latin typeface="微软雅黑" panose="020B0503020204020204" pitchFamily="34" charset="-122"/>
              <a:ea typeface="微软雅黑" panose="020B0503020204020204" pitchFamily="34" charset="-122"/>
            </a:endParaRPr>
          </a:p>
          <a:p>
            <a:pPr marL="214313" indent="-214313">
              <a:lnSpc>
                <a:spcPct val="100000"/>
              </a:lnSpc>
              <a:buClr>
                <a:srgbClr val="00B050"/>
              </a:buClr>
              <a:buFont typeface="Wingdings" panose="05000000000000000000" pitchFamily="2" charset="2"/>
              <a:buChar char="u"/>
            </a:pPr>
            <a:r>
              <a:rPr lang="zh-CN" altLang="en-US" sz="2000" b="1" dirty="0">
                <a:solidFill>
                  <a:srgbClr val="0070C0"/>
                </a:solidFill>
                <a:latin typeface="微软雅黑" panose="020B0503020204020204" pitchFamily="34" charset="-122"/>
                <a:ea typeface="微软雅黑" panose="020B0503020204020204" pitchFamily="34" charset="-122"/>
              </a:rPr>
              <a:t>网格特征提取</a:t>
            </a:r>
          </a:p>
          <a:p>
            <a:pPr marL="728663" lvl="1" indent="-214313">
              <a:lnSpc>
                <a:spcPct val="100000"/>
              </a:lnSpc>
              <a:buClr>
                <a:srgbClr val="00B050"/>
              </a:buClr>
              <a:buFont typeface="Wingdings" panose="05000000000000000000" pitchFamily="2" charset="2"/>
              <a:buChar char="ü"/>
            </a:pPr>
            <a:r>
              <a:rPr lang="zh-CN" altLang="en-US" sz="1800" dirty="0" smtClean="0">
                <a:solidFill>
                  <a:schemeClr val="tx1"/>
                </a:solidFill>
                <a:latin typeface="微软雅黑" panose="020B0503020204020204" pitchFamily="34" charset="-122"/>
                <a:ea typeface="微软雅黑" panose="020B0503020204020204" pitchFamily="34" charset="-122"/>
              </a:rPr>
              <a:t>曲度</a:t>
            </a:r>
            <a:r>
              <a:rPr lang="zh-CN" altLang="en-US" sz="1800" dirty="0">
                <a:solidFill>
                  <a:schemeClr val="tx1"/>
                </a:solidFill>
                <a:latin typeface="微软雅黑" panose="020B0503020204020204" pitchFamily="34" charset="-122"/>
                <a:ea typeface="微软雅黑" panose="020B0503020204020204" pitchFamily="34" charset="-122"/>
              </a:rPr>
              <a:t>、</a:t>
            </a:r>
            <a:r>
              <a:rPr lang="zh-CN" altLang="en-US" sz="1800" dirty="0" smtClean="0">
                <a:solidFill>
                  <a:schemeClr val="tx1"/>
                </a:solidFill>
                <a:latin typeface="微软雅黑" panose="020B0503020204020204" pitchFamily="34" charset="-122"/>
                <a:ea typeface="微软雅黑" panose="020B0503020204020204" pitchFamily="34" charset="-122"/>
              </a:rPr>
              <a:t>深度</a:t>
            </a:r>
            <a:r>
              <a:rPr lang="zh-CN" altLang="en-US" sz="1800" dirty="0">
                <a:solidFill>
                  <a:schemeClr val="tx1"/>
                </a:solidFill>
                <a:latin typeface="微软雅黑" panose="020B0503020204020204" pitchFamily="34" charset="-122"/>
                <a:ea typeface="微软雅黑" panose="020B0503020204020204" pitchFamily="34" charset="-122"/>
              </a:rPr>
              <a:t>、</a:t>
            </a:r>
            <a:r>
              <a:rPr lang="zh-CN" altLang="en-US" sz="1800" dirty="0" smtClean="0">
                <a:solidFill>
                  <a:schemeClr val="tx1"/>
                </a:solidFill>
                <a:latin typeface="微软雅黑" panose="020B0503020204020204" pitchFamily="34" charset="-122"/>
                <a:ea typeface="微软雅黑" panose="020B0503020204020204" pitchFamily="34" charset="-122"/>
              </a:rPr>
              <a:t>密度</a:t>
            </a:r>
            <a:endParaRPr lang="en-US" altLang="zh-CN" sz="1800" dirty="0" smtClean="0">
              <a:solidFill>
                <a:schemeClr val="tx1"/>
              </a:solidFill>
              <a:latin typeface="微软雅黑" panose="020B0503020204020204" pitchFamily="34" charset="-122"/>
              <a:ea typeface="微软雅黑" panose="020B0503020204020204" pitchFamily="34" charset="-122"/>
            </a:endParaRPr>
          </a:p>
          <a:p>
            <a:pPr marL="214313" indent="-214313">
              <a:lnSpc>
                <a:spcPct val="100000"/>
              </a:lnSpc>
              <a:buClr>
                <a:srgbClr val="00B050"/>
              </a:buClr>
              <a:buFont typeface="Wingdings" panose="05000000000000000000" pitchFamily="2" charset="2"/>
              <a:buChar char="u"/>
            </a:pPr>
            <a:r>
              <a:rPr lang="zh-CN" altLang="en-US" sz="2000" b="1" dirty="0" smtClean="0">
                <a:solidFill>
                  <a:srgbClr val="0070C0"/>
                </a:solidFill>
                <a:latin typeface="微软雅黑" panose="020B0503020204020204" pitchFamily="34" charset="-122"/>
                <a:ea typeface="微软雅黑" panose="020B0503020204020204" pitchFamily="34" charset="-122"/>
              </a:rPr>
              <a:t>支持</a:t>
            </a:r>
            <a:r>
              <a:rPr lang="zh-CN" altLang="en-US" sz="2000" b="1" dirty="0">
                <a:solidFill>
                  <a:srgbClr val="0070C0"/>
                </a:solidFill>
                <a:latin typeface="微软雅黑" panose="020B0503020204020204" pitchFamily="34" charset="-122"/>
                <a:ea typeface="微软雅黑" panose="020B0503020204020204" pitchFamily="34" charset="-122"/>
              </a:rPr>
              <a:t>向量机分类</a:t>
            </a:r>
          </a:p>
          <a:p>
            <a:pPr marL="857250" lvl="1" indent="-342900">
              <a:lnSpc>
                <a:spcPct val="100000"/>
              </a:lnSpc>
              <a:buClr>
                <a:srgbClr val="00B050"/>
              </a:buClr>
              <a:buFont typeface="Wingdings" panose="05000000000000000000" pitchFamily="2" charset="2"/>
              <a:buChar char="ü"/>
            </a:pPr>
            <a:r>
              <a:rPr lang="zh-CN" altLang="en-US" sz="1800" dirty="0">
                <a:solidFill>
                  <a:schemeClr val="tx1"/>
                </a:solidFill>
                <a:latin typeface="微软雅黑" panose="020B0503020204020204" pitchFamily="34" charset="-122"/>
                <a:ea typeface="微软雅黑" panose="020B0503020204020204" pitchFamily="34" charset="-122"/>
              </a:rPr>
              <a:t>交互选取</a:t>
            </a:r>
            <a:r>
              <a:rPr lang="zh-CN" altLang="en-US" sz="1800" dirty="0" smtClean="0">
                <a:solidFill>
                  <a:schemeClr val="tx1"/>
                </a:solidFill>
                <a:latin typeface="微软雅黑" panose="020B0503020204020204" pitchFamily="34" charset="-122"/>
                <a:ea typeface="微软雅黑" panose="020B0503020204020204" pitchFamily="34" charset="-122"/>
              </a:rPr>
              <a:t>样本</a:t>
            </a:r>
            <a:endParaRPr lang="en-US" altLang="zh-CN" sz="1800" dirty="0" smtClean="0">
              <a:solidFill>
                <a:schemeClr val="tx1"/>
              </a:solidFill>
              <a:latin typeface="微软雅黑" panose="020B0503020204020204" pitchFamily="34" charset="-122"/>
              <a:ea typeface="微软雅黑" panose="020B0503020204020204" pitchFamily="34" charset="-122"/>
            </a:endParaRPr>
          </a:p>
          <a:p>
            <a:pPr marL="857250" lvl="1" indent="-342900">
              <a:lnSpc>
                <a:spcPct val="100000"/>
              </a:lnSpc>
              <a:buClr>
                <a:srgbClr val="00B050"/>
              </a:buClr>
              <a:buFont typeface="Wingdings" panose="05000000000000000000" pitchFamily="2" charset="2"/>
              <a:buChar char="ü"/>
            </a:pPr>
            <a:r>
              <a:rPr lang="zh-CN" altLang="en-US" sz="1800" dirty="0">
                <a:solidFill>
                  <a:schemeClr val="tx1"/>
                </a:solidFill>
                <a:latin typeface="微软雅黑" panose="020B0503020204020204" pitchFamily="34" charset="-122"/>
                <a:ea typeface="微软雅黑" panose="020B0503020204020204" pitchFamily="34" charset="-122"/>
              </a:rPr>
              <a:t>训练、</a:t>
            </a:r>
            <a:r>
              <a:rPr lang="zh-CN" altLang="en-US" sz="1800" dirty="0" smtClean="0">
                <a:solidFill>
                  <a:schemeClr val="tx1"/>
                </a:solidFill>
                <a:latin typeface="微软雅黑" panose="020B0503020204020204" pitchFamily="34" charset="-122"/>
                <a:ea typeface="微软雅黑" panose="020B0503020204020204" pitchFamily="34" charset="-122"/>
              </a:rPr>
              <a:t>预测</a:t>
            </a:r>
            <a:endParaRPr lang="en-US" altLang="zh-CN" sz="1800" dirty="0">
              <a:solidFill>
                <a:schemeClr val="tx1"/>
              </a:solidFill>
              <a:latin typeface="微软雅黑" panose="020B0503020204020204" pitchFamily="34" charset="-122"/>
              <a:ea typeface="微软雅黑" panose="020B0503020204020204" pitchFamily="34" charset="-122"/>
            </a:endParaRPr>
          </a:p>
        </p:txBody>
      </p:sp>
      <p:grpSp>
        <p:nvGrpSpPr>
          <p:cNvPr id="11" name="Group 5"/>
          <p:cNvGrpSpPr>
            <a:grpSpLocks noChangeAspect="1"/>
          </p:cNvGrpSpPr>
          <p:nvPr/>
        </p:nvGrpSpPr>
        <p:grpSpPr bwMode="auto">
          <a:xfrm>
            <a:off x="3897279" y="1376271"/>
            <a:ext cx="5038725" cy="2893060"/>
            <a:chOff x="0" y="0"/>
            <a:chExt cx="7286" cy="4184"/>
          </a:xfrm>
        </p:grpSpPr>
        <p:pic>
          <p:nvPicPr>
            <p:cNvPr id="3078" name="Picture 6" descr="screenshot-1399008939"/>
            <p:cNvPicPr>
              <a:picLocks noChangeAspect="1" noChangeArrowheads="1"/>
            </p:cNvPicPr>
            <p:nvPr/>
          </p:nvPicPr>
          <p:blipFill>
            <a:blip r:embed="rId3">
              <a:extLst>
                <a:ext uri="{28A0092B-C50C-407E-A947-70E740481C1C}">
                  <a14:useLocalDpi xmlns:a14="http://schemas.microsoft.com/office/drawing/2010/main" val="0"/>
                </a:ext>
              </a:extLst>
            </a:blip>
            <a:srcRect l="32788" t="14627" r="32626" b="7164"/>
            <a:stretch>
              <a:fillRect/>
            </a:stretch>
          </p:blipFill>
          <p:spPr bwMode="auto">
            <a:xfrm>
              <a:off x="0" y="0"/>
              <a:ext cx="3232" cy="4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9" name="Picture 7" descr="grid_label_colo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52" y="0"/>
              <a:ext cx="3334" cy="4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2" name="标题 1"/>
          <p:cNvSpPr>
            <a:spLocks noGrp="1"/>
          </p:cNvSpPr>
          <p:nvPr>
            <p:ph type="title"/>
          </p:nvPr>
        </p:nvSpPr>
        <p:spPr/>
        <p:txBody>
          <a:bodyPr/>
          <a:lstStyle/>
          <a:p>
            <a:r>
              <a:rPr lang="zh-CN" altLang="en-US" dirty="0" smtClean="0"/>
              <a:t>用预分类的结果近似表示建筑结构的概率分布</a:t>
            </a:r>
            <a:endParaRPr lang="zh-CN" altLang="en-US" dirty="0"/>
          </a:p>
        </p:txBody>
      </p:sp>
      <p:grpSp>
        <p:nvGrpSpPr>
          <p:cNvPr id="16" name="Group 12"/>
          <p:cNvGrpSpPr>
            <a:grpSpLocks noChangeAspect="1"/>
          </p:cNvGrpSpPr>
          <p:nvPr/>
        </p:nvGrpSpPr>
        <p:grpSpPr bwMode="auto">
          <a:xfrm>
            <a:off x="3939494" y="2746234"/>
            <a:ext cx="5038725" cy="2176427"/>
            <a:chOff x="0" y="0"/>
            <a:chExt cx="9111" cy="3934"/>
          </a:xfrm>
        </p:grpSpPr>
        <p:pic>
          <p:nvPicPr>
            <p:cNvPr id="3085" name="Picture 54" descr="C:\Users\Xu Xiang\workspace\facade-parsing\Experiments3\cathedral\grid_label_color.pn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89" y="30"/>
              <a:ext cx="4422" cy="38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86" name="Picture 57" descr="C:\Users\Xu Xiang\workspace\facade-parsing\PassThroughFilter\screenshot-1398578080.png"/>
            <p:cNvPicPr>
              <a:picLocks noChangeAspect="1" noChangeArrowheads="1"/>
            </p:cNvPicPr>
            <p:nvPr/>
          </p:nvPicPr>
          <p:blipFill>
            <a:blip r:embed="rId6">
              <a:extLst>
                <a:ext uri="{28A0092B-C50C-407E-A947-70E740481C1C}">
                  <a14:useLocalDpi xmlns:a14="http://schemas.microsoft.com/office/drawing/2010/main" val="0"/>
                </a:ext>
              </a:extLst>
            </a:blip>
            <a:srcRect l="28410" t="16246" r="29375" b="18207"/>
            <a:stretch>
              <a:fillRect/>
            </a:stretch>
          </p:blipFill>
          <p:spPr bwMode="auto">
            <a:xfrm>
              <a:off x="0" y="0"/>
              <a:ext cx="4422" cy="39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3" name="Group 21"/>
          <p:cNvGrpSpPr>
            <a:grpSpLocks noChangeAspect="1"/>
          </p:cNvGrpSpPr>
          <p:nvPr/>
        </p:nvGrpSpPr>
        <p:grpSpPr bwMode="auto">
          <a:xfrm>
            <a:off x="3897279" y="4765273"/>
            <a:ext cx="5038725" cy="1444361"/>
            <a:chOff x="0" y="0"/>
            <a:chExt cx="9495" cy="2722"/>
          </a:xfrm>
        </p:grpSpPr>
        <p:pic>
          <p:nvPicPr>
            <p:cNvPr id="3094" name="Picture 22" descr="grid_label_colo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4680" y="0"/>
              <a:ext cx="4815" cy="27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95" name="Picture 23" descr="screenshot-1398909768"/>
            <p:cNvPicPr>
              <a:picLocks noChangeAspect="1" noChangeArrowheads="1"/>
            </p:cNvPicPr>
            <p:nvPr/>
          </p:nvPicPr>
          <p:blipFill>
            <a:blip r:embed="rId8" cstate="print">
              <a:extLst>
                <a:ext uri="{28A0092B-C50C-407E-A947-70E740481C1C}">
                  <a14:useLocalDpi xmlns:a14="http://schemas.microsoft.com/office/drawing/2010/main" val="0"/>
                </a:ext>
              </a:extLst>
            </a:blip>
            <a:srcRect l="15248" t="11205" r="13965" b="13446"/>
            <a:stretch>
              <a:fillRect/>
            </a:stretch>
          </p:blipFill>
          <p:spPr bwMode="auto">
            <a:xfrm>
              <a:off x="0" y="1"/>
              <a:ext cx="4462" cy="27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40050946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11"/>
                                        </p:tgtEl>
                                        <p:attrNameLst>
                                          <p:attrName>style.visibility</p:attrName>
                                        </p:attrNameLst>
                                      </p:cBhvr>
                                      <p:to>
                                        <p:strVal val="visible"/>
                                      </p:to>
                                    </p:set>
                                    <p:anim calcmode="lin" valueType="num">
                                      <p:cBhvr additive="base">
                                        <p:cTn id="43" dur="500" fill="hold"/>
                                        <p:tgtEl>
                                          <p:spTgt spid="11"/>
                                        </p:tgtEl>
                                        <p:attrNameLst>
                                          <p:attrName>ppt_x</p:attrName>
                                        </p:attrNameLst>
                                      </p:cBhvr>
                                      <p:tavLst>
                                        <p:tav tm="0">
                                          <p:val>
                                            <p:strVal val="#ppt_x"/>
                                          </p:val>
                                        </p:tav>
                                        <p:tav tm="100000">
                                          <p:val>
                                            <p:strVal val="#ppt_x"/>
                                          </p:val>
                                        </p:tav>
                                      </p:tavLst>
                                    </p:anim>
                                    <p:anim calcmode="lin" valueType="num">
                                      <p:cBhvr additive="base">
                                        <p:cTn id="44"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16"/>
                                        </p:tgtEl>
                                        <p:attrNameLst>
                                          <p:attrName>style.visibility</p:attrName>
                                        </p:attrNameLst>
                                      </p:cBhvr>
                                      <p:to>
                                        <p:strVal val="visible"/>
                                      </p:to>
                                    </p:set>
                                    <p:anim calcmode="lin" valueType="num">
                                      <p:cBhvr additive="base">
                                        <p:cTn id="49" dur="500" fill="hold"/>
                                        <p:tgtEl>
                                          <p:spTgt spid="16"/>
                                        </p:tgtEl>
                                        <p:attrNameLst>
                                          <p:attrName>ppt_x</p:attrName>
                                        </p:attrNameLst>
                                      </p:cBhvr>
                                      <p:tavLst>
                                        <p:tav tm="0">
                                          <p:val>
                                            <p:strVal val="#ppt_x"/>
                                          </p:val>
                                        </p:tav>
                                        <p:tav tm="100000">
                                          <p:val>
                                            <p:strVal val="#ppt_x"/>
                                          </p:val>
                                        </p:tav>
                                      </p:tavLst>
                                    </p:anim>
                                    <p:anim calcmode="lin" valueType="num">
                                      <p:cBhvr additive="base">
                                        <p:cTn id="50"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nodeType="clickEffect">
                                  <p:stCondLst>
                                    <p:cond delay="0"/>
                                  </p:stCondLst>
                                  <p:childTnLst>
                                    <p:set>
                                      <p:cBhvr>
                                        <p:cTn id="54" dur="1" fill="hold">
                                          <p:stCondLst>
                                            <p:cond delay="0"/>
                                          </p:stCondLst>
                                        </p:cTn>
                                        <p:tgtEl>
                                          <p:spTgt spid="23"/>
                                        </p:tgtEl>
                                        <p:attrNameLst>
                                          <p:attrName>style.visibility</p:attrName>
                                        </p:attrNameLst>
                                      </p:cBhvr>
                                      <p:to>
                                        <p:strVal val="visible"/>
                                      </p:to>
                                    </p:set>
                                    <p:anim calcmode="lin" valueType="num">
                                      <p:cBhvr additive="base">
                                        <p:cTn id="55" dur="500" fill="hold"/>
                                        <p:tgtEl>
                                          <p:spTgt spid="23"/>
                                        </p:tgtEl>
                                        <p:attrNameLst>
                                          <p:attrName>ppt_x</p:attrName>
                                        </p:attrNameLst>
                                      </p:cBhvr>
                                      <p:tavLst>
                                        <p:tav tm="0">
                                          <p:val>
                                            <p:strVal val="#ppt_x"/>
                                          </p:val>
                                        </p:tav>
                                        <p:tav tm="100000">
                                          <p:val>
                                            <p:strVal val="#ppt_x"/>
                                          </p:val>
                                        </p:tav>
                                      </p:tavLst>
                                    </p:anim>
                                    <p:anim calcmode="lin" valueType="num">
                                      <p:cBhvr additive="base">
                                        <p:cTn id="56"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实验结果：实验</a:t>
            </a:r>
            <a:r>
              <a:rPr lang="en-US" altLang="zh-CN" dirty="0" smtClean="0"/>
              <a:t>1</a:t>
            </a:r>
            <a:endParaRPr lang="zh-CN" altLang="en-US" dirty="0"/>
          </a:p>
        </p:txBody>
      </p:sp>
      <p:pic>
        <p:nvPicPr>
          <p:cNvPr id="29" name="图片 2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53710" y="2283903"/>
            <a:ext cx="7200000" cy="3816000"/>
          </a:xfrm>
          <a:prstGeom prst="rect">
            <a:avLst/>
          </a:prstGeom>
        </p:spPr>
      </p:pic>
      <p:pic>
        <p:nvPicPr>
          <p:cNvPr id="30" name="图片 2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78421" y="2259195"/>
            <a:ext cx="7200000" cy="3816000"/>
          </a:xfrm>
          <a:prstGeom prst="rect">
            <a:avLst/>
          </a:prstGeom>
        </p:spPr>
      </p:pic>
      <p:pic>
        <p:nvPicPr>
          <p:cNvPr id="31" name="图片 30"/>
          <p:cNvPicPr>
            <a:picLocks noChangeAspect="1"/>
          </p:cNvPicPr>
          <p:nvPr/>
        </p:nvPicPr>
        <p:blipFill rotWithShape="1">
          <a:blip r:embed="rId5">
            <a:extLst>
              <a:ext uri="{28A0092B-C50C-407E-A947-70E740481C1C}">
                <a14:useLocalDpi xmlns:a14="http://schemas.microsoft.com/office/drawing/2010/main" val="0"/>
              </a:ext>
            </a:extLst>
          </a:blip>
          <a:srcRect l="20904" r="20916"/>
          <a:stretch/>
        </p:blipFill>
        <p:spPr>
          <a:xfrm>
            <a:off x="4955060" y="2370400"/>
            <a:ext cx="4188940" cy="3816000"/>
          </a:xfrm>
          <a:prstGeom prst="rect">
            <a:avLst/>
          </a:prstGeom>
        </p:spPr>
      </p:pic>
    </p:spTree>
    <p:extLst>
      <p:ext uri="{BB962C8B-B14F-4D97-AF65-F5344CB8AC3E}">
        <p14:creationId xmlns:p14="http://schemas.microsoft.com/office/powerpoint/2010/main" val="1516738583"/>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wipe(down)">
                                      <p:cBhvr>
                                        <p:cTn id="1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55680" y="2155018"/>
            <a:ext cx="7200000" cy="3816000"/>
          </a:xfrm>
          <a:prstGeom prst="rect">
            <a:avLst/>
          </a:prstGeom>
        </p:spPr>
      </p:pic>
      <p:sp>
        <p:nvSpPr>
          <p:cNvPr id="2" name="标题 1"/>
          <p:cNvSpPr>
            <a:spLocks noGrp="1"/>
          </p:cNvSpPr>
          <p:nvPr>
            <p:ph type="title"/>
          </p:nvPr>
        </p:nvSpPr>
        <p:spPr/>
        <p:txBody>
          <a:bodyPr/>
          <a:lstStyle/>
          <a:p>
            <a:r>
              <a:rPr lang="zh-CN" altLang="en-US" dirty="0"/>
              <a:t>实验结果：</a:t>
            </a:r>
            <a:r>
              <a:rPr lang="zh-CN" altLang="en-US" dirty="0" smtClean="0"/>
              <a:t>实验</a:t>
            </a:r>
            <a:r>
              <a:rPr lang="en-US" altLang="zh-CN" dirty="0" smtClean="0"/>
              <a:t>2</a:t>
            </a:r>
            <a:endParaRPr lang="zh-CN" altLang="en-US" dirty="0"/>
          </a:p>
        </p:txBody>
      </p:sp>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30966" y="2147729"/>
            <a:ext cx="7200000" cy="3816000"/>
          </a:xfrm>
          <a:prstGeom prst="rect">
            <a:avLst/>
          </a:prstGeom>
        </p:spPr>
      </p:pic>
      <p:pic>
        <p:nvPicPr>
          <p:cNvPr id="8" name="图片 7"/>
          <p:cNvPicPr>
            <a:picLocks noChangeAspect="1"/>
          </p:cNvPicPr>
          <p:nvPr/>
        </p:nvPicPr>
        <p:blipFill rotWithShape="1">
          <a:blip r:embed="rId5">
            <a:extLst>
              <a:ext uri="{28A0092B-C50C-407E-A947-70E740481C1C}">
                <a14:useLocalDpi xmlns:a14="http://schemas.microsoft.com/office/drawing/2010/main" val="0"/>
              </a:ext>
            </a:extLst>
          </a:blip>
          <a:srcRect l="25520" t="-246" r="27048" b="246"/>
          <a:stretch/>
        </p:blipFill>
        <p:spPr>
          <a:xfrm>
            <a:off x="4596714" y="1554133"/>
            <a:ext cx="4337222" cy="5017770"/>
          </a:xfrm>
          <a:prstGeom prst="rect">
            <a:avLst/>
          </a:prstGeom>
        </p:spPr>
      </p:pic>
    </p:spTree>
    <p:extLst>
      <p:ext uri="{BB962C8B-B14F-4D97-AF65-F5344CB8AC3E}">
        <p14:creationId xmlns:p14="http://schemas.microsoft.com/office/powerpoint/2010/main" val="146324587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barn(inVertical)">
                                      <p:cBhvr>
                                        <p:cTn id="1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实验</a:t>
            </a:r>
            <a:r>
              <a:rPr lang="zh-CN" altLang="en-US" dirty="0" smtClean="0"/>
              <a:t>结果：实验</a:t>
            </a:r>
            <a:r>
              <a:rPr lang="en-US" altLang="zh-CN" dirty="0" smtClean="0"/>
              <a:t>3</a:t>
            </a:r>
            <a:endParaRPr lang="zh-CN" altLang="en-US" dirty="0"/>
          </a:p>
        </p:txBody>
      </p:sp>
      <p:pic>
        <p:nvPicPr>
          <p:cNvPr id="4" name="图片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85102" y="1982024"/>
            <a:ext cx="7200000" cy="3816000"/>
          </a:xfrm>
          <a:prstGeom prst="rect">
            <a:avLst/>
          </a:prstGeom>
        </p:spPr>
      </p:pic>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85102" y="1969669"/>
            <a:ext cx="7200000" cy="3816000"/>
          </a:xfrm>
          <a:prstGeom prst="rect">
            <a:avLst/>
          </a:prstGeom>
        </p:spPr>
      </p:pic>
      <p:pic>
        <p:nvPicPr>
          <p:cNvPr id="6" name="图片 5"/>
          <p:cNvPicPr>
            <a:picLocks noChangeAspect="1"/>
          </p:cNvPicPr>
          <p:nvPr/>
        </p:nvPicPr>
        <p:blipFill rotWithShape="1">
          <a:blip r:embed="rId5">
            <a:extLst>
              <a:ext uri="{28A0092B-C50C-407E-A947-70E740481C1C}">
                <a14:useLocalDpi xmlns:a14="http://schemas.microsoft.com/office/drawing/2010/main" val="0"/>
              </a:ext>
            </a:extLst>
          </a:blip>
          <a:srcRect l="29730" r="26316"/>
          <a:stretch/>
        </p:blipFill>
        <p:spPr>
          <a:xfrm>
            <a:off x="4942707" y="1788144"/>
            <a:ext cx="4019198" cy="4846320"/>
          </a:xfrm>
          <a:prstGeom prst="rect">
            <a:avLst/>
          </a:prstGeom>
        </p:spPr>
      </p:pic>
    </p:spTree>
    <p:extLst>
      <p:ext uri="{BB962C8B-B14F-4D97-AF65-F5344CB8AC3E}">
        <p14:creationId xmlns:p14="http://schemas.microsoft.com/office/powerpoint/2010/main" val="410018207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barn(inVertical)">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实验</a:t>
            </a:r>
            <a:r>
              <a:rPr lang="zh-CN" altLang="en-US" dirty="0" smtClean="0"/>
              <a:t>结果：实验</a:t>
            </a:r>
            <a:r>
              <a:rPr lang="en-US" altLang="zh-CN" dirty="0" smtClean="0"/>
              <a:t>4</a:t>
            </a:r>
            <a:endParaRPr lang="zh-CN" altLang="en-US" dirty="0"/>
          </a:p>
        </p:txBody>
      </p:sp>
      <p:pic>
        <p:nvPicPr>
          <p:cNvPr id="4" name="图片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45491" y="1747245"/>
            <a:ext cx="9144000" cy="4846320"/>
          </a:xfrm>
          <a:prstGeom prst="rect">
            <a:avLst/>
          </a:prstGeom>
        </p:spPr>
      </p:pic>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533127" y="1752185"/>
            <a:ext cx="9144000" cy="4846320"/>
          </a:xfrm>
          <a:prstGeom prst="rect">
            <a:avLst/>
          </a:prstGeom>
        </p:spPr>
      </p:pic>
      <p:pic>
        <p:nvPicPr>
          <p:cNvPr id="6" name="图片 5"/>
          <p:cNvPicPr>
            <a:picLocks noChangeAspect="1"/>
          </p:cNvPicPr>
          <p:nvPr/>
        </p:nvPicPr>
        <p:blipFill rotWithShape="1">
          <a:blip r:embed="rId5">
            <a:extLst>
              <a:ext uri="{28A0092B-C50C-407E-A947-70E740481C1C}">
                <a14:useLocalDpi xmlns:a14="http://schemas.microsoft.com/office/drawing/2010/main" val="0"/>
              </a:ext>
            </a:extLst>
          </a:blip>
          <a:srcRect l="26486" r="29459"/>
          <a:stretch/>
        </p:blipFill>
        <p:spPr>
          <a:xfrm>
            <a:off x="4250724" y="1920240"/>
            <a:ext cx="4028303" cy="4846320"/>
          </a:xfrm>
          <a:prstGeom prst="rect">
            <a:avLst/>
          </a:prstGeom>
        </p:spPr>
      </p:pic>
    </p:spTree>
    <p:extLst>
      <p:ext uri="{BB962C8B-B14F-4D97-AF65-F5344CB8AC3E}">
        <p14:creationId xmlns:p14="http://schemas.microsoft.com/office/powerpoint/2010/main" val="374405504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实验</a:t>
            </a:r>
            <a:r>
              <a:rPr lang="zh-CN" altLang="en-US" dirty="0" smtClean="0"/>
              <a:t>结果：实验</a:t>
            </a:r>
            <a:r>
              <a:rPr lang="en-US" altLang="zh-CN" dirty="0" smtClean="0"/>
              <a:t>5</a:t>
            </a:r>
            <a:endParaRPr lang="zh-CN" altLang="en-US" dirty="0"/>
          </a:p>
        </p:txBody>
      </p:sp>
      <p:pic>
        <p:nvPicPr>
          <p:cNvPr id="4" name="图片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270" y="1682210"/>
            <a:ext cx="9144000" cy="4846320"/>
          </a:xfrm>
          <a:prstGeom prst="rect">
            <a:avLst/>
          </a:prstGeom>
        </p:spPr>
      </p:pic>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838557" y="1690398"/>
            <a:ext cx="9144000" cy="4846320"/>
          </a:xfrm>
          <a:prstGeom prst="rect">
            <a:avLst/>
          </a:prstGeom>
        </p:spPr>
      </p:pic>
      <p:pic>
        <p:nvPicPr>
          <p:cNvPr id="3" name="图片 2"/>
          <p:cNvPicPr>
            <a:picLocks noChangeAspect="1"/>
          </p:cNvPicPr>
          <p:nvPr/>
        </p:nvPicPr>
        <p:blipFill rotWithShape="1">
          <a:blip r:embed="rId5">
            <a:extLst>
              <a:ext uri="{28A0092B-C50C-407E-A947-70E740481C1C}">
                <a14:useLocalDpi xmlns:a14="http://schemas.microsoft.com/office/drawing/2010/main" val="0"/>
              </a:ext>
            </a:extLst>
          </a:blip>
          <a:srcRect l="33421" r="33684"/>
          <a:stretch/>
        </p:blipFill>
        <p:spPr>
          <a:xfrm>
            <a:off x="4620126" y="1414914"/>
            <a:ext cx="3007895" cy="4846320"/>
          </a:xfrm>
          <a:prstGeom prst="rect">
            <a:avLst/>
          </a:prstGeom>
        </p:spPr>
      </p:pic>
    </p:spTree>
    <p:extLst>
      <p:ext uri="{BB962C8B-B14F-4D97-AF65-F5344CB8AC3E}">
        <p14:creationId xmlns:p14="http://schemas.microsoft.com/office/powerpoint/2010/main" val="1937898231"/>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down)">
                                      <p:cBhvr>
                                        <p:cTn id="1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实验</a:t>
            </a:r>
            <a:r>
              <a:rPr lang="zh-CN" altLang="en-US" dirty="0" smtClean="0"/>
              <a:t>结果：实验</a:t>
            </a:r>
            <a:r>
              <a:rPr lang="en-US" altLang="zh-CN" dirty="0" smtClean="0"/>
              <a:t>6</a:t>
            </a:r>
            <a:endParaRPr lang="zh-CN" altLang="en-US" dirty="0"/>
          </a:p>
        </p:txBody>
      </p:sp>
      <p:pic>
        <p:nvPicPr>
          <p:cNvPr id="4" name="图片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32548" y="1619451"/>
            <a:ext cx="9144000" cy="4846320"/>
          </a:xfrm>
          <a:prstGeom prst="rect">
            <a:avLst/>
          </a:prstGeom>
        </p:spPr>
      </p:pic>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732548" y="1616646"/>
            <a:ext cx="9144000" cy="4846320"/>
          </a:xfrm>
          <a:prstGeom prst="rect">
            <a:avLst/>
          </a:prstGeom>
        </p:spPr>
      </p:pic>
      <p:pic>
        <p:nvPicPr>
          <p:cNvPr id="6" name="图片 5"/>
          <p:cNvPicPr>
            <a:picLocks noChangeAspect="1"/>
          </p:cNvPicPr>
          <p:nvPr/>
        </p:nvPicPr>
        <p:blipFill rotWithShape="1">
          <a:blip r:embed="rId5">
            <a:extLst>
              <a:ext uri="{28A0092B-C50C-407E-A947-70E740481C1C}">
                <a14:useLocalDpi xmlns:a14="http://schemas.microsoft.com/office/drawing/2010/main" val="0"/>
              </a:ext>
            </a:extLst>
          </a:blip>
          <a:srcRect l="31622" r="26081"/>
          <a:stretch/>
        </p:blipFill>
        <p:spPr>
          <a:xfrm>
            <a:off x="5276334" y="1613841"/>
            <a:ext cx="3867666" cy="4846320"/>
          </a:xfrm>
          <a:prstGeom prst="rect">
            <a:avLst/>
          </a:prstGeom>
        </p:spPr>
      </p:pic>
    </p:spTree>
    <p:extLst>
      <p:ext uri="{BB962C8B-B14F-4D97-AF65-F5344CB8AC3E}">
        <p14:creationId xmlns:p14="http://schemas.microsoft.com/office/powerpoint/2010/main" val="23101642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down)">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实验</a:t>
            </a:r>
            <a:r>
              <a:rPr lang="zh-CN" altLang="en-US" dirty="0" smtClean="0"/>
              <a:t>结果：实验</a:t>
            </a:r>
            <a:r>
              <a:rPr lang="en-US" altLang="zh-CN" dirty="0" smtClean="0"/>
              <a:t>7</a:t>
            </a:r>
            <a:endParaRPr lang="zh-CN" altLang="en-US" dirty="0"/>
          </a:p>
        </p:txBody>
      </p:sp>
      <p:pic>
        <p:nvPicPr>
          <p:cNvPr id="4" name="图片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58189" y="1523286"/>
            <a:ext cx="9144000" cy="5231153"/>
          </a:xfrm>
          <a:prstGeom prst="rect">
            <a:avLst/>
          </a:prstGeom>
        </p:spPr>
      </p:pic>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358189" y="1542471"/>
            <a:ext cx="9144000" cy="5231153"/>
          </a:xfrm>
          <a:prstGeom prst="rect">
            <a:avLst/>
          </a:prstGeom>
        </p:spPr>
      </p:pic>
      <p:pic>
        <p:nvPicPr>
          <p:cNvPr id="6" name="图片 5"/>
          <p:cNvPicPr>
            <a:picLocks noChangeAspect="1"/>
          </p:cNvPicPr>
          <p:nvPr/>
        </p:nvPicPr>
        <p:blipFill rotWithShape="1">
          <a:blip r:embed="rId5">
            <a:extLst>
              <a:ext uri="{28A0092B-C50C-407E-A947-70E740481C1C}">
                <a14:useLocalDpi xmlns:a14="http://schemas.microsoft.com/office/drawing/2010/main" val="0"/>
              </a:ext>
            </a:extLst>
          </a:blip>
          <a:srcRect l="28108" r="31081"/>
          <a:stretch/>
        </p:blipFill>
        <p:spPr>
          <a:xfrm>
            <a:off x="4361935" y="1406548"/>
            <a:ext cx="3731741" cy="5231153"/>
          </a:xfrm>
          <a:prstGeom prst="rect">
            <a:avLst/>
          </a:prstGeom>
        </p:spPr>
      </p:pic>
    </p:spTree>
    <p:extLst>
      <p:ext uri="{BB962C8B-B14F-4D97-AF65-F5344CB8AC3E}">
        <p14:creationId xmlns:p14="http://schemas.microsoft.com/office/powerpoint/2010/main" val="2430165409"/>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down)">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算法效率</a:t>
            </a:r>
            <a:endParaRPr lang="zh-CN" altLang="en-US" dirty="0"/>
          </a:p>
        </p:txBody>
      </p:sp>
      <p:sp>
        <p:nvSpPr>
          <p:cNvPr id="3" name="内容占位符 2"/>
          <p:cNvSpPr>
            <a:spLocks noGrp="1"/>
          </p:cNvSpPr>
          <p:nvPr>
            <p:ph idx="1"/>
          </p:nvPr>
        </p:nvSpPr>
        <p:spPr>
          <a:xfrm>
            <a:off x="276963" y="1825625"/>
            <a:ext cx="3125815" cy="4351338"/>
          </a:xfrm>
        </p:spPr>
        <p:txBody>
          <a:bodyPr>
            <a:noAutofit/>
          </a:bodyPr>
          <a:lstStyle/>
          <a:p>
            <a:pPr marL="171450" indent="-171450">
              <a:lnSpc>
                <a:spcPct val="100000"/>
              </a:lnSpc>
              <a:buClr>
                <a:srgbClr val="00B050"/>
              </a:buClr>
              <a:buFont typeface="Wingdings" panose="05000000000000000000" pitchFamily="2" charset="2"/>
              <a:buChar char="u"/>
            </a:pPr>
            <a:r>
              <a:rPr lang="zh-CN" altLang="en-US" sz="2400" dirty="0" smtClean="0">
                <a:solidFill>
                  <a:srgbClr val="0070C0"/>
                </a:solidFill>
                <a:latin typeface="微软雅黑" panose="020B0503020204020204" pitchFamily="34" charset="-122"/>
                <a:ea typeface="微软雅黑" panose="020B0503020204020204" pitchFamily="34" charset="-122"/>
              </a:rPr>
              <a:t>实验环境</a:t>
            </a:r>
            <a:endParaRPr lang="en-US" altLang="zh-CN" sz="2400" dirty="0" smtClean="0">
              <a:solidFill>
                <a:srgbClr val="0070C0"/>
              </a:solidFill>
              <a:latin typeface="微软雅黑" panose="020B0503020204020204" pitchFamily="34" charset="-122"/>
              <a:ea typeface="微软雅黑" panose="020B0503020204020204" pitchFamily="34" charset="-122"/>
            </a:endParaRPr>
          </a:p>
          <a:p>
            <a:pPr marL="685800" lvl="1">
              <a:lnSpc>
                <a:spcPct val="100000"/>
              </a:lnSpc>
              <a:buClr>
                <a:srgbClr val="00B050"/>
              </a:buClr>
              <a:buFont typeface="Wingdings" panose="05000000000000000000" pitchFamily="2" charset="2"/>
              <a:buChar char="ü"/>
            </a:pPr>
            <a:r>
              <a:rPr lang="en-US" altLang="zh-CN" sz="2000" dirty="0" smtClean="0">
                <a:solidFill>
                  <a:schemeClr val="tx1"/>
                </a:solidFill>
                <a:latin typeface="微软雅黑" panose="020B0503020204020204" pitchFamily="34" charset="-122"/>
                <a:ea typeface="微软雅黑" panose="020B0503020204020204" pitchFamily="34" charset="-122"/>
              </a:rPr>
              <a:t>C++</a:t>
            </a:r>
            <a:r>
              <a:rPr lang="zh-CN" altLang="en-US" sz="2000" dirty="0" smtClean="0">
                <a:solidFill>
                  <a:schemeClr val="tx1"/>
                </a:solidFill>
                <a:latin typeface="微软雅黑" panose="020B0503020204020204" pitchFamily="34" charset="-122"/>
                <a:ea typeface="微软雅黑" panose="020B0503020204020204" pitchFamily="34" charset="-122"/>
              </a:rPr>
              <a:t>语言</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685800" lvl="1">
              <a:lnSpc>
                <a:spcPct val="100000"/>
              </a:lnSpc>
              <a:buClr>
                <a:srgbClr val="00B050"/>
              </a:buClr>
              <a:buFont typeface="Wingdings" panose="05000000000000000000" pitchFamily="2" charset="2"/>
              <a:buChar char="ü"/>
            </a:pPr>
            <a:r>
              <a:rPr lang="en-US" altLang="zh-CN" sz="2000" dirty="0" smtClean="0">
                <a:solidFill>
                  <a:schemeClr val="tx1"/>
                </a:solidFill>
                <a:latin typeface="微软雅黑" panose="020B0503020204020204" pitchFamily="34" charset="-122"/>
                <a:ea typeface="微软雅黑" panose="020B0503020204020204" pitchFamily="34" charset="-122"/>
              </a:rPr>
              <a:t>RAM</a:t>
            </a:r>
            <a:r>
              <a:rPr lang="zh-CN" altLang="en-US" sz="2000" dirty="0" smtClean="0">
                <a:solidFill>
                  <a:schemeClr val="tx1"/>
                </a:solidFill>
                <a:latin typeface="微软雅黑" panose="020B0503020204020204" pitchFamily="34" charset="-122"/>
                <a:ea typeface="微软雅黑" panose="020B0503020204020204" pitchFamily="34" charset="-122"/>
              </a:rPr>
              <a:t>：</a:t>
            </a:r>
            <a:r>
              <a:rPr lang="en-US" altLang="zh-CN" sz="2000" dirty="0" smtClean="0">
                <a:solidFill>
                  <a:schemeClr val="tx1"/>
                </a:solidFill>
                <a:latin typeface="微软雅黑" panose="020B0503020204020204" pitchFamily="34" charset="-122"/>
                <a:ea typeface="微软雅黑" panose="020B0503020204020204" pitchFamily="34" charset="-122"/>
              </a:rPr>
              <a:t>6G</a:t>
            </a:r>
            <a:r>
              <a:rPr lang="zh-CN" altLang="en-US" sz="2000" dirty="0" smtClean="0">
                <a:solidFill>
                  <a:schemeClr val="tx1"/>
                </a:solidFill>
                <a:latin typeface="微软雅黑" panose="020B0503020204020204" pitchFamily="34" charset="-122"/>
                <a:ea typeface="微软雅黑" panose="020B0503020204020204" pitchFamily="34" charset="-122"/>
              </a:rPr>
              <a:t>；</a:t>
            </a:r>
            <a:r>
              <a:rPr lang="en-US" altLang="zh-CN" sz="2000" dirty="0" smtClean="0">
                <a:solidFill>
                  <a:schemeClr val="tx1"/>
                </a:solidFill>
                <a:latin typeface="微软雅黑" panose="020B0503020204020204" pitchFamily="34" charset="-122"/>
                <a:ea typeface="微软雅黑" panose="020B0503020204020204" pitchFamily="34" charset="-122"/>
              </a:rPr>
              <a:t>CPU</a:t>
            </a:r>
            <a:r>
              <a:rPr lang="zh-CN" altLang="en-US" sz="2000" dirty="0" smtClean="0">
                <a:solidFill>
                  <a:schemeClr val="tx1"/>
                </a:solidFill>
                <a:latin typeface="微软雅黑" panose="020B0503020204020204" pitchFamily="34" charset="-122"/>
                <a:ea typeface="微软雅黑" panose="020B0503020204020204" pitchFamily="34" charset="-122"/>
              </a:rPr>
              <a:t>：</a:t>
            </a:r>
            <a:r>
              <a:rPr lang="en-US" altLang="zh-CN" sz="2000" dirty="0">
                <a:solidFill>
                  <a:schemeClr val="tx1"/>
                </a:solidFill>
                <a:latin typeface="微软雅黑" panose="020B0503020204020204" pitchFamily="34" charset="-122"/>
                <a:ea typeface="微软雅黑" panose="020B0503020204020204" pitchFamily="34" charset="-122"/>
              </a:rPr>
              <a:t>Intel</a:t>
            </a:r>
            <a:r>
              <a:rPr lang="zh-CN" altLang="en-US" sz="2000" dirty="0">
                <a:solidFill>
                  <a:schemeClr val="tx1"/>
                </a:solidFill>
                <a:latin typeface="微软雅黑" panose="020B0503020204020204" pitchFamily="34" charset="-122"/>
                <a:ea typeface="微软雅黑" panose="020B0503020204020204" pitchFamily="34" charset="-122"/>
              </a:rPr>
              <a:t>（</a:t>
            </a:r>
            <a:r>
              <a:rPr lang="en-US" altLang="zh-CN" sz="2000" dirty="0">
                <a:solidFill>
                  <a:schemeClr val="tx1"/>
                </a:solidFill>
                <a:latin typeface="微软雅黑" panose="020B0503020204020204" pitchFamily="34" charset="-122"/>
                <a:ea typeface="微软雅黑" panose="020B0503020204020204" pitchFamily="34" charset="-122"/>
              </a:rPr>
              <a:t>R</a:t>
            </a:r>
            <a:r>
              <a:rPr lang="zh-CN" altLang="en-US" sz="2000" dirty="0">
                <a:solidFill>
                  <a:schemeClr val="tx1"/>
                </a:solidFill>
                <a:latin typeface="微软雅黑" panose="020B0503020204020204" pitchFamily="34" charset="-122"/>
                <a:ea typeface="微软雅黑" panose="020B0503020204020204" pitchFamily="34" charset="-122"/>
              </a:rPr>
              <a:t>）</a:t>
            </a:r>
            <a:r>
              <a:rPr lang="en-US" altLang="zh-CN" sz="2000" dirty="0">
                <a:solidFill>
                  <a:schemeClr val="tx1"/>
                </a:solidFill>
                <a:latin typeface="微软雅黑" panose="020B0503020204020204" pitchFamily="34" charset="-122"/>
                <a:ea typeface="微软雅黑" panose="020B0503020204020204" pitchFamily="34" charset="-122"/>
              </a:rPr>
              <a:t>Xeon</a:t>
            </a:r>
            <a:r>
              <a:rPr lang="zh-CN" altLang="en-US" sz="2000" dirty="0">
                <a:solidFill>
                  <a:schemeClr val="tx1"/>
                </a:solidFill>
                <a:latin typeface="微软雅黑" panose="020B0503020204020204" pitchFamily="34" charset="-122"/>
                <a:ea typeface="微软雅黑" panose="020B0503020204020204" pitchFamily="34" charset="-122"/>
              </a:rPr>
              <a:t>（</a:t>
            </a:r>
            <a:r>
              <a:rPr lang="en-US" altLang="zh-CN" sz="2000" dirty="0">
                <a:solidFill>
                  <a:schemeClr val="tx1"/>
                </a:solidFill>
                <a:latin typeface="微软雅黑" panose="020B0503020204020204" pitchFamily="34" charset="-122"/>
                <a:ea typeface="微软雅黑" panose="020B0503020204020204" pitchFamily="34" charset="-122"/>
              </a:rPr>
              <a:t>R</a:t>
            </a:r>
            <a:r>
              <a:rPr lang="zh-CN" altLang="en-US" sz="2000" dirty="0" smtClean="0">
                <a:solidFill>
                  <a:schemeClr val="tx1"/>
                </a:solidFill>
                <a:latin typeface="微软雅黑" panose="020B0503020204020204" pitchFamily="34" charset="-122"/>
                <a:ea typeface="微软雅黑" panose="020B0503020204020204" pitchFamily="34" charset="-122"/>
              </a:rPr>
              <a:t>）；工作站</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342900" indent="-171450">
              <a:lnSpc>
                <a:spcPct val="100000"/>
              </a:lnSpc>
              <a:buClr>
                <a:srgbClr val="00B050"/>
              </a:buClr>
              <a:buFont typeface="Wingdings" panose="05000000000000000000" pitchFamily="2" charset="2"/>
              <a:buChar char="u"/>
            </a:pPr>
            <a:r>
              <a:rPr lang="zh-CN" altLang="en-US" sz="2400" dirty="0" smtClean="0">
                <a:solidFill>
                  <a:srgbClr val="0070C0"/>
                </a:solidFill>
                <a:latin typeface="微软雅黑" panose="020B0503020204020204" pitchFamily="34" charset="-122"/>
                <a:ea typeface="微软雅黑" panose="020B0503020204020204" pitchFamily="34" charset="-122"/>
              </a:rPr>
              <a:t>网格属性</a:t>
            </a:r>
            <a:r>
              <a:rPr lang="zh-CN" altLang="en-US" sz="2400" dirty="0" smtClean="0">
                <a:solidFill>
                  <a:srgbClr val="0070C0"/>
                </a:solidFill>
                <a:latin typeface="微软雅黑" panose="020B0503020204020204" pitchFamily="34" charset="-122"/>
                <a:ea typeface="微软雅黑" panose="020B0503020204020204" pitchFamily="34" charset="-122"/>
              </a:rPr>
              <a:t>计</a:t>
            </a:r>
            <a:r>
              <a:rPr lang="zh-CN" altLang="en-US" sz="2400" dirty="0">
                <a:solidFill>
                  <a:srgbClr val="0070C0"/>
                </a:solidFill>
                <a:latin typeface="微软雅黑" panose="020B0503020204020204" pitchFamily="34" charset="-122"/>
                <a:ea typeface="微软雅黑" panose="020B0503020204020204" pitchFamily="34" charset="-122"/>
              </a:rPr>
              <a:t>算</a:t>
            </a:r>
            <a:endParaRPr lang="en-US" altLang="zh-CN" sz="2400" dirty="0" smtClean="0">
              <a:solidFill>
                <a:srgbClr val="0070C0"/>
              </a:solidFill>
              <a:latin typeface="微软雅黑" panose="020B0503020204020204" pitchFamily="34" charset="-122"/>
              <a:ea typeface="微软雅黑" panose="020B0503020204020204" pitchFamily="34" charset="-122"/>
            </a:endParaRPr>
          </a:p>
          <a:p>
            <a:pPr marL="1028700" lvl="1" indent="-342900">
              <a:lnSpc>
                <a:spcPct val="100000"/>
              </a:lnSpc>
              <a:buClr>
                <a:srgbClr val="00B050"/>
              </a:buClr>
              <a:buFont typeface="Wingdings" panose="05000000000000000000" pitchFamily="2" charset="2"/>
              <a:buChar char="Ø"/>
            </a:pPr>
            <a:r>
              <a:rPr lang="en-US" altLang="zh-CN" sz="2250" dirty="0" smtClean="0">
                <a:solidFill>
                  <a:schemeClr val="tx1"/>
                </a:solidFill>
                <a:latin typeface="微软雅黑" panose="020B0503020204020204" pitchFamily="34" charset="-122"/>
                <a:ea typeface="微软雅黑" panose="020B0503020204020204" pitchFamily="34" charset="-122"/>
              </a:rPr>
              <a:t>24</a:t>
            </a:r>
            <a:r>
              <a:rPr lang="zh-CN" altLang="zh-CN" sz="2250" dirty="0">
                <a:solidFill>
                  <a:schemeClr val="tx1"/>
                </a:solidFill>
                <a:latin typeface="微软雅黑" panose="020B0503020204020204" pitchFamily="34" charset="-122"/>
                <a:ea typeface="微软雅黑" panose="020B0503020204020204" pitchFamily="34" charset="-122"/>
              </a:rPr>
              <a:t>～</a:t>
            </a:r>
            <a:r>
              <a:rPr lang="en-US" altLang="zh-CN" sz="2250" dirty="0" smtClean="0">
                <a:solidFill>
                  <a:schemeClr val="tx1"/>
                </a:solidFill>
                <a:latin typeface="微软雅黑" panose="020B0503020204020204" pitchFamily="34" charset="-122"/>
                <a:ea typeface="微软雅黑" panose="020B0503020204020204" pitchFamily="34" charset="-122"/>
              </a:rPr>
              <a:t>161s</a:t>
            </a:r>
          </a:p>
          <a:p>
            <a:pPr marL="342900" indent="-171450">
              <a:lnSpc>
                <a:spcPct val="100000"/>
              </a:lnSpc>
              <a:buClr>
                <a:srgbClr val="00B050"/>
              </a:buClr>
              <a:buFont typeface="Wingdings" panose="05000000000000000000" pitchFamily="2" charset="2"/>
              <a:buChar char="u"/>
            </a:pPr>
            <a:r>
              <a:rPr lang="zh-CN" altLang="en-US" sz="2400" dirty="0" smtClean="0">
                <a:solidFill>
                  <a:srgbClr val="0070C0"/>
                </a:solidFill>
                <a:latin typeface="微软雅黑" panose="020B0503020204020204" pitchFamily="34" charset="-122"/>
                <a:ea typeface="微软雅黑" panose="020B0503020204020204" pitchFamily="34" charset="-122"/>
              </a:rPr>
              <a:t>增强学习</a:t>
            </a:r>
            <a:r>
              <a:rPr lang="zh-CN" altLang="en-US" sz="2400" dirty="0" smtClean="0">
                <a:solidFill>
                  <a:srgbClr val="0070C0"/>
                </a:solidFill>
                <a:latin typeface="微软雅黑" panose="020B0503020204020204" pitchFamily="34" charset="-122"/>
                <a:ea typeface="微软雅黑" panose="020B0503020204020204" pitchFamily="34" charset="-122"/>
              </a:rPr>
              <a:t>求解</a:t>
            </a:r>
            <a:endParaRPr lang="en-US" altLang="zh-CN" sz="2400" dirty="0" smtClean="0">
              <a:solidFill>
                <a:srgbClr val="0070C0"/>
              </a:solidFill>
              <a:latin typeface="微软雅黑" panose="020B0503020204020204" pitchFamily="34" charset="-122"/>
              <a:ea typeface="微软雅黑" panose="020B0503020204020204" pitchFamily="34" charset="-122"/>
            </a:endParaRPr>
          </a:p>
          <a:p>
            <a:pPr marL="1028700" lvl="1" indent="-342900">
              <a:lnSpc>
                <a:spcPct val="100000"/>
              </a:lnSpc>
              <a:buClr>
                <a:srgbClr val="00B050"/>
              </a:buClr>
              <a:buFont typeface="Wingdings" panose="05000000000000000000" pitchFamily="2" charset="2"/>
              <a:buChar char="Ø"/>
            </a:pPr>
            <a:r>
              <a:rPr lang="en-US" altLang="zh-CN" sz="2250" dirty="0" smtClean="0">
                <a:solidFill>
                  <a:schemeClr val="tx1"/>
                </a:solidFill>
                <a:latin typeface="微软雅黑" panose="020B0503020204020204" pitchFamily="34" charset="-122"/>
                <a:ea typeface="微软雅黑" panose="020B0503020204020204" pitchFamily="34" charset="-122"/>
              </a:rPr>
              <a:t>100</a:t>
            </a:r>
            <a:r>
              <a:rPr lang="zh-CN" altLang="en-US" sz="2250" dirty="0">
                <a:solidFill>
                  <a:schemeClr val="tx1"/>
                </a:solidFill>
                <a:latin typeface="微软雅黑" panose="020B0503020204020204" pitchFamily="34" charset="-122"/>
                <a:ea typeface="微软雅黑" panose="020B0503020204020204" pitchFamily="34" charset="-122"/>
              </a:rPr>
              <a:t>～</a:t>
            </a:r>
            <a:r>
              <a:rPr lang="en-US" altLang="zh-CN" sz="2250" dirty="0">
                <a:solidFill>
                  <a:schemeClr val="tx1"/>
                </a:solidFill>
                <a:latin typeface="微软雅黑" panose="020B0503020204020204" pitchFamily="34" charset="-122"/>
                <a:ea typeface="微软雅黑" panose="020B0503020204020204" pitchFamily="34" charset="-122"/>
              </a:rPr>
              <a:t>1000s</a:t>
            </a:r>
            <a:endParaRPr lang="zh-CN" altLang="en-US" sz="2250" dirty="0">
              <a:solidFill>
                <a:schemeClr val="tx1"/>
              </a:solidFill>
              <a:latin typeface="微软雅黑" panose="020B0503020204020204" pitchFamily="34" charset="-122"/>
              <a:ea typeface="微软雅黑" panose="020B0503020204020204" pitchFamily="34" charset="-122"/>
            </a:endParaRPr>
          </a:p>
        </p:txBody>
      </p:sp>
      <p:graphicFrame>
        <p:nvGraphicFramePr>
          <p:cNvPr id="4" name="表格 3"/>
          <p:cNvGraphicFramePr>
            <a:graphicFrameLocks noGrp="1"/>
          </p:cNvGraphicFramePr>
          <p:nvPr>
            <p:extLst>
              <p:ext uri="{D42A27DB-BD31-4B8C-83A1-F6EECF244321}">
                <p14:modId xmlns:p14="http://schemas.microsoft.com/office/powerpoint/2010/main" val="1116432516"/>
              </p:ext>
            </p:extLst>
          </p:nvPr>
        </p:nvGraphicFramePr>
        <p:xfrm>
          <a:off x="3480179" y="1825624"/>
          <a:ext cx="5622877" cy="4582688"/>
        </p:xfrm>
        <a:graphic>
          <a:graphicData uri="http://schemas.openxmlformats.org/drawingml/2006/table">
            <a:tbl>
              <a:tblPr>
                <a:tableStyleId>{5C22544A-7EE6-4342-B048-85BDC9FD1C3A}</a:tableStyleId>
              </a:tblPr>
              <a:tblGrid>
                <a:gridCol w="500978"/>
                <a:gridCol w="1097280"/>
                <a:gridCol w="1153551"/>
                <a:gridCol w="927358"/>
                <a:gridCol w="1106446"/>
                <a:gridCol w="837264"/>
              </a:tblGrid>
              <a:tr h="494000">
                <a:tc rowSpan="2">
                  <a:txBody>
                    <a:bodyPr/>
                    <a:lstStyle/>
                    <a:p>
                      <a:pPr indent="304800" algn="ctr">
                        <a:lnSpc>
                          <a:spcPct val="125000"/>
                        </a:lnSpc>
                        <a:spcAft>
                          <a:spcPts val="0"/>
                        </a:spcAft>
                      </a:pPr>
                      <a:r>
                        <a:rPr lang="zh-CN" altLang="en-US" sz="1400" b="1" kern="100" dirty="0" smtClean="0">
                          <a:solidFill>
                            <a:srgbClr val="00B050"/>
                          </a:solidFill>
                          <a:effectLst/>
                        </a:rPr>
                        <a:t> 实验</a:t>
                      </a:r>
                      <a:r>
                        <a:rPr lang="en-US" sz="1400" b="1" kern="100" dirty="0">
                          <a:solidFill>
                            <a:srgbClr val="00B050"/>
                          </a:solidFill>
                          <a:effectLst/>
                        </a:rPr>
                        <a:t> </a:t>
                      </a:r>
                      <a:endParaRPr lang="zh-CN" sz="1400" b="1" kern="100" dirty="0">
                        <a:solidFill>
                          <a:srgbClr val="00B050"/>
                        </a:solidFill>
                        <a:effectLst/>
                        <a:latin typeface="Times New Roman" panose="02020603050405020304" pitchFamily="18" charset="0"/>
                        <a:ea typeface="宋体" panose="02010600030101010101" pitchFamily="2" charset="-122"/>
                      </a:endParaRPr>
                    </a:p>
                  </a:txBody>
                  <a:tcPr marL="68580" marR="68580" marT="0" marB="0" anchor="ctr"/>
                </a:tc>
                <a:tc gridSpan="3">
                  <a:txBody>
                    <a:bodyPr/>
                    <a:lstStyle/>
                    <a:p>
                      <a:pPr indent="304800" algn="ctr">
                        <a:lnSpc>
                          <a:spcPct val="125000"/>
                        </a:lnSpc>
                        <a:spcAft>
                          <a:spcPts val="0"/>
                        </a:spcAft>
                      </a:pPr>
                      <a:r>
                        <a:rPr lang="zh-CN" sz="1400" b="1" kern="100">
                          <a:solidFill>
                            <a:srgbClr val="00B050"/>
                          </a:solidFill>
                          <a:effectLst/>
                        </a:rPr>
                        <a:t>支持向量机分类（训练、预测）</a:t>
                      </a:r>
                      <a:endParaRPr lang="zh-CN" sz="1400" b="1" kern="100">
                        <a:solidFill>
                          <a:srgbClr val="00B050"/>
                        </a:solidFill>
                        <a:effectLst/>
                        <a:latin typeface="Times New Roman" panose="02020603050405020304" pitchFamily="18" charset="0"/>
                        <a:ea typeface="宋体" panose="02010600030101010101" pitchFamily="2" charset="-122"/>
                      </a:endParaRPr>
                    </a:p>
                  </a:txBody>
                  <a:tcPr marL="68580" marR="68580" marT="0" marB="0" anchor="ctr"/>
                </a:tc>
                <a:tc hMerge="1">
                  <a:txBody>
                    <a:bodyPr/>
                    <a:lstStyle/>
                    <a:p>
                      <a:endParaRPr lang="zh-CN" altLang="en-US"/>
                    </a:p>
                  </a:txBody>
                  <a:tcPr/>
                </a:tc>
                <a:tc hMerge="1">
                  <a:txBody>
                    <a:bodyPr/>
                    <a:lstStyle/>
                    <a:p>
                      <a:endParaRPr lang="zh-CN" altLang="en-US"/>
                    </a:p>
                  </a:txBody>
                  <a:tcPr/>
                </a:tc>
                <a:tc rowSpan="2">
                  <a:txBody>
                    <a:bodyPr/>
                    <a:lstStyle/>
                    <a:p>
                      <a:pPr algn="ctr">
                        <a:lnSpc>
                          <a:spcPct val="125000"/>
                        </a:lnSpc>
                        <a:spcAft>
                          <a:spcPts val="0"/>
                        </a:spcAft>
                      </a:pPr>
                      <a:r>
                        <a:rPr lang="zh-CN" sz="1400" b="1" kern="100" dirty="0">
                          <a:solidFill>
                            <a:srgbClr val="00B050"/>
                          </a:solidFill>
                          <a:effectLst/>
                        </a:rPr>
                        <a:t>增强学习</a:t>
                      </a:r>
                      <a:r>
                        <a:rPr lang="zh-CN" sz="1400" b="1" kern="100" dirty="0" smtClean="0">
                          <a:solidFill>
                            <a:srgbClr val="00B050"/>
                          </a:solidFill>
                          <a:effectLst/>
                        </a:rPr>
                        <a:t>求解</a:t>
                      </a:r>
                      <a:r>
                        <a:rPr lang="zh-CN" altLang="en-US" sz="1400" b="1" kern="100" dirty="0" smtClean="0">
                          <a:solidFill>
                            <a:srgbClr val="00B050"/>
                          </a:solidFill>
                          <a:effectLst/>
                        </a:rPr>
                        <a:t>（</a:t>
                      </a:r>
                      <a:r>
                        <a:rPr lang="en-US" altLang="zh-CN" sz="1400" b="1" kern="100" dirty="0" smtClean="0">
                          <a:solidFill>
                            <a:srgbClr val="00B050"/>
                          </a:solidFill>
                          <a:effectLst/>
                        </a:rPr>
                        <a:t>s</a:t>
                      </a:r>
                      <a:r>
                        <a:rPr lang="zh-CN" altLang="en-US" sz="1400" b="1" kern="100" dirty="0" smtClean="0">
                          <a:solidFill>
                            <a:srgbClr val="00B050"/>
                          </a:solidFill>
                          <a:effectLst/>
                        </a:rPr>
                        <a:t>）</a:t>
                      </a:r>
                      <a:endParaRPr lang="zh-CN" sz="1400" b="1" kern="100" dirty="0">
                        <a:solidFill>
                          <a:srgbClr val="00B050"/>
                        </a:solidFill>
                        <a:effectLst/>
                        <a:latin typeface="Times New Roman" panose="02020603050405020304" pitchFamily="18" charset="0"/>
                        <a:ea typeface="宋体" panose="02010600030101010101" pitchFamily="2" charset="-122"/>
                      </a:endParaRPr>
                    </a:p>
                  </a:txBody>
                  <a:tcPr marL="68580" marR="68580" marT="0" marB="0" anchor="ctr"/>
                </a:tc>
                <a:tc rowSpan="2">
                  <a:txBody>
                    <a:bodyPr/>
                    <a:lstStyle/>
                    <a:p>
                      <a:pPr algn="ctr">
                        <a:lnSpc>
                          <a:spcPct val="125000"/>
                        </a:lnSpc>
                        <a:spcAft>
                          <a:spcPts val="0"/>
                        </a:spcAft>
                      </a:pPr>
                      <a:r>
                        <a:rPr lang="zh-CN" sz="1400" b="1" kern="100" dirty="0">
                          <a:solidFill>
                            <a:srgbClr val="00B050"/>
                          </a:solidFill>
                          <a:effectLst/>
                        </a:rPr>
                        <a:t>精度</a:t>
                      </a:r>
                      <a:r>
                        <a:rPr lang="en-US" sz="1400" b="1" kern="100" dirty="0">
                          <a:solidFill>
                            <a:srgbClr val="00B050"/>
                          </a:solidFill>
                          <a:effectLst/>
                        </a:rPr>
                        <a:t>(R/N</a:t>
                      </a:r>
                      <a:r>
                        <a:rPr lang="en-US" sz="1400" b="1" kern="100" dirty="0" smtClean="0">
                          <a:solidFill>
                            <a:srgbClr val="00B050"/>
                          </a:solidFill>
                          <a:effectLst/>
                        </a:rPr>
                        <a:t>)</a:t>
                      </a:r>
                      <a:r>
                        <a:rPr lang="zh-CN" altLang="en-US" sz="1400" b="1" kern="100" dirty="0" smtClean="0">
                          <a:solidFill>
                            <a:srgbClr val="00B050"/>
                          </a:solidFill>
                          <a:effectLst/>
                        </a:rPr>
                        <a:t>（</a:t>
                      </a:r>
                      <a:r>
                        <a:rPr lang="en-US" altLang="zh-CN" sz="1400" b="1" kern="100" dirty="0" smtClean="0">
                          <a:solidFill>
                            <a:srgbClr val="00B050"/>
                          </a:solidFill>
                          <a:effectLst/>
                        </a:rPr>
                        <a:t>%</a:t>
                      </a:r>
                      <a:r>
                        <a:rPr lang="zh-CN" altLang="en-US" sz="1400" b="1" kern="100" dirty="0" smtClean="0">
                          <a:solidFill>
                            <a:srgbClr val="00B050"/>
                          </a:solidFill>
                          <a:effectLst/>
                        </a:rPr>
                        <a:t>）</a:t>
                      </a:r>
                      <a:endParaRPr lang="zh-CN" sz="1400" b="1" kern="100" dirty="0">
                        <a:solidFill>
                          <a:srgbClr val="00B050"/>
                        </a:solidFill>
                        <a:effectLst/>
                        <a:latin typeface="Times New Roman" panose="02020603050405020304" pitchFamily="18" charset="0"/>
                        <a:ea typeface="宋体" panose="02010600030101010101" pitchFamily="2" charset="-122"/>
                      </a:endParaRPr>
                    </a:p>
                  </a:txBody>
                  <a:tcPr marL="68580" marR="68580" marT="0" marB="0" anchor="ctr"/>
                </a:tc>
              </a:tr>
              <a:tr h="1038018">
                <a:tc vMerge="1">
                  <a:txBody>
                    <a:bodyPr/>
                    <a:lstStyle/>
                    <a:p>
                      <a:endParaRPr lang="zh-CN" altLang="en-US"/>
                    </a:p>
                  </a:txBody>
                  <a:tcPr/>
                </a:tc>
                <a:tc>
                  <a:txBody>
                    <a:bodyPr/>
                    <a:lstStyle/>
                    <a:p>
                      <a:pPr algn="ctr">
                        <a:lnSpc>
                          <a:spcPct val="125000"/>
                        </a:lnSpc>
                        <a:spcAft>
                          <a:spcPts val="0"/>
                        </a:spcAft>
                      </a:pPr>
                      <a:r>
                        <a:rPr lang="zh-CN" sz="1400" b="1" kern="100" dirty="0">
                          <a:solidFill>
                            <a:srgbClr val="00B050"/>
                          </a:solidFill>
                          <a:effectLst/>
                        </a:rPr>
                        <a:t>网格属性</a:t>
                      </a:r>
                      <a:r>
                        <a:rPr lang="zh-CN" sz="1400" b="1" kern="100" dirty="0" smtClean="0">
                          <a:solidFill>
                            <a:srgbClr val="00B050"/>
                          </a:solidFill>
                          <a:effectLst/>
                        </a:rPr>
                        <a:t>计算</a:t>
                      </a:r>
                      <a:r>
                        <a:rPr lang="zh-CN" altLang="en-US" sz="1400" b="1" kern="100" dirty="0" smtClean="0">
                          <a:solidFill>
                            <a:srgbClr val="00B050"/>
                          </a:solidFill>
                          <a:effectLst/>
                        </a:rPr>
                        <a:t>（</a:t>
                      </a:r>
                      <a:r>
                        <a:rPr lang="en-US" altLang="zh-CN" sz="1400" b="1" kern="100" dirty="0" smtClean="0">
                          <a:solidFill>
                            <a:srgbClr val="00B050"/>
                          </a:solidFill>
                          <a:effectLst/>
                        </a:rPr>
                        <a:t>s</a:t>
                      </a:r>
                      <a:r>
                        <a:rPr lang="zh-CN" altLang="en-US" sz="1400" b="1" kern="100" dirty="0" smtClean="0">
                          <a:solidFill>
                            <a:srgbClr val="00B050"/>
                          </a:solidFill>
                          <a:effectLst/>
                        </a:rPr>
                        <a:t>）</a:t>
                      </a:r>
                      <a:endParaRPr lang="zh-CN" sz="1400" b="1" kern="100" dirty="0">
                        <a:solidFill>
                          <a:srgbClr val="00B050"/>
                        </a:solidFill>
                        <a:effectLst/>
                        <a:latin typeface="Times New Roman" panose="02020603050405020304" pitchFamily="18" charset="0"/>
                        <a:ea typeface="宋体" panose="02010600030101010101" pitchFamily="2" charset="-122"/>
                      </a:endParaRPr>
                    </a:p>
                  </a:txBody>
                  <a:tcPr marL="68580" marR="68580" marT="0" marB="0" anchor="ctr"/>
                </a:tc>
                <a:tc>
                  <a:txBody>
                    <a:bodyPr/>
                    <a:lstStyle/>
                    <a:p>
                      <a:pPr algn="ctr">
                        <a:lnSpc>
                          <a:spcPct val="125000"/>
                        </a:lnSpc>
                        <a:spcAft>
                          <a:spcPts val="0"/>
                        </a:spcAft>
                      </a:pPr>
                      <a:r>
                        <a:rPr lang="zh-CN" sz="1400" b="1" kern="100" dirty="0">
                          <a:solidFill>
                            <a:srgbClr val="00B050"/>
                          </a:solidFill>
                          <a:effectLst/>
                        </a:rPr>
                        <a:t>样本</a:t>
                      </a:r>
                      <a:r>
                        <a:rPr lang="zh-CN" sz="1400" b="1" kern="100" dirty="0" smtClean="0">
                          <a:solidFill>
                            <a:srgbClr val="00B050"/>
                          </a:solidFill>
                          <a:effectLst/>
                        </a:rPr>
                        <a:t>训练</a:t>
                      </a:r>
                      <a:r>
                        <a:rPr lang="zh-CN" altLang="en-US" sz="1400" b="1" kern="100" dirty="0" smtClean="0">
                          <a:solidFill>
                            <a:srgbClr val="00B050"/>
                          </a:solidFill>
                          <a:effectLst/>
                        </a:rPr>
                        <a:t>（</a:t>
                      </a:r>
                      <a:r>
                        <a:rPr lang="en-US" altLang="zh-CN" sz="1400" b="1" kern="100" dirty="0" smtClean="0">
                          <a:solidFill>
                            <a:srgbClr val="00B050"/>
                          </a:solidFill>
                          <a:effectLst/>
                        </a:rPr>
                        <a:t>s</a:t>
                      </a:r>
                      <a:r>
                        <a:rPr lang="zh-CN" altLang="en-US" sz="1400" b="1" kern="100" dirty="0" smtClean="0">
                          <a:solidFill>
                            <a:srgbClr val="00B050"/>
                          </a:solidFill>
                          <a:effectLst/>
                        </a:rPr>
                        <a:t>）</a:t>
                      </a:r>
                      <a:endParaRPr lang="zh-CN" sz="1400" b="1" kern="100" dirty="0">
                        <a:solidFill>
                          <a:srgbClr val="00B050"/>
                        </a:solidFill>
                        <a:effectLst/>
                        <a:latin typeface="Times New Roman" panose="02020603050405020304" pitchFamily="18" charset="0"/>
                        <a:ea typeface="宋体" panose="02010600030101010101" pitchFamily="2" charset="-122"/>
                      </a:endParaRPr>
                    </a:p>
                  </a:txBody>
                  <a:tcPr marL="68580" marR="68580" marT="0" marB="0" anchor="ctr"/>
                </a:tc>
                <a:tc>
                  <a:txBody>
                    <a:bodyPr/>
                    <a:lstStyle/>
                    <a:p>
                      <a:pPr algn="ctr">
                        <a:lnSpc>
                          <a:spcPct val="125000"/>
                        </a:lnSpc>
                        <a:spcAft>
                          <a:spcPts val="0"/>
                        </a:spcAft>
                      </a:pPr>
                      <a:r>
                        <a:rPr lang="zh-CN" sz="1400" b="1" kern="100" dirty="0">
                          <a:solidFill>
                            <a:srgbClr val="00B050"/>
                          </a:solidFill>
                          <a:effectLst/>
                        </a:rPr>
                        <a:t>类别</a:t>
                      </a:r>
                      <a:r>
                        <a:rPr lang="zh-CN" sz="1400" b="1" kern="100" dirty="0" smtClean="0">
                          <a:solidFill>
                            <a:srgbClr val="00B050"/>
                          </a:solidFill>
                          <a:effectLst/>
                        </a:rPr>
                        <a:t>预测</a:t>
                      </a:r>
                      <a:r>
                        <a:rPr lang="zh-CN" altLang="en-US" sz="1400" b="1" kern="100" dirty="0" smtClean="0">
                          <a:solidFill>
                            <a:srgbClr val="00B050"/>
                          </a:solidFill>
                          <a:effectLst/>
                        </a:rPr>
                        <a:t>（</a:t>
                      </a:r>
                      <a:r>
                        <a:rPr lang="en-US" altLang="zh-CN" sz="1400" b="1" kern="100" dirty="0" smtClean="0">
                          <a:solidFill>
                            <a:srgbClr val="00B050"/>
                          </a:solidFill>
                          <a:effectLst/>
                        </a:rPr>
                        <a:t>s</a:t>
                      </a:r>
                      <a:r>
                        <a:rPr lang="zh-CN" altLang="en-US" sz="1400" b="1" kern="100" dirty="0" smtClean="0">
                          <a:solidFill>
                            <a:srgbClr val="00B050"/>
                          </a:solidFill>
                          <a:effectLst/>
                          <a:latin typeface="Times New Roman" panose="02020603050405020304" pitchFamily="18" charset="0"/>
                          <a:ea typeface="宋体" panose="02010600030101010101" pitchFamily="2" charset="-122"/>
                        </a:rPr>
                        <a:t>）</a:t>
                      </a:r>
                      <a:endParaRPr lang="en-US" altLang="zh-CN" sz="1400" b="1" kern="100" dirty="0" smtClean="0">
                        <a:solidFill>
                          <a:srgbClr val="00B050"/>
                        </a:solidFill>
                        <a:effectLst/>
                      </a:endParaRPr>
                    </a:p>
                  </a:txBody>
                  <a:tcPr marL="68580" marR="68580" marT="0" marB="0" anchor="ctr"/>
                </a:tc>
                <a:tc vMerge="1">
                  <a:txBody>
                    <a:bodyPr/>
                    <a:lstStyle/>
                    <a:p>
                      <a:endParaRPr lang="zh-CN" altLang="en-US"/>
                    </a:p>
                  </a:txBody>
                  <a:tcPr/>
                </a:tc>
                <a:tc vMerge="1">
                  <a:txBody>
                    <a:bodyPr/>
                    <a:lstStyle/>
                    <a:p>
                      <a:endParaRPr lang="zh-CN" altLang="en-US"/>
                    </a:p>
                  </a:txBody>
                  <a:tcPr/>
                </a:tc>
              </a:tr>
              <a:tr h="493546">
                <a:tc>
                  <a:txBody>
                    <a:bodyPr/>
                    <a:lstStyle/>
                    <a:p>
                      <a:pPr indent="304800" algn="ctr">
                        <a:lnSpc>
                          <a:spcPct val="125000"/>
                        </a:lnSpc>
                        <a:spcAft>
                          <a:spcPts val="0"/>
                        </a:spcAft>
                      </a:pPr>
                      <a:r>
                        <a:rPr lang="en-US" altLang="zh-CN" sz="1400" b="1" kern="100" dirty="0" smtClean="0">
                          <a:solidFill>
                            <a:srgbClr val="FFC000"/>
                          </a:solidFill>
                          <a:effectLst/>
                          <a:latin typeface="Times New Roman" panose="02020603050405020304" pitchFamily="18" charset="0"/>
                          <a:ea typeface="宋体" panose="02010600030101010101" pitchFamily="2" charset="-122"/>
                        </a:rPr>
                        <a:t> 1</a:t>
                      </a:r>
                      <a:endParaRPr lang="zh-CN" sz="1400" b="1" kern="100" dirty="0">
                        <a:solidFill>
                          <a:srgbClr val="FFC000"/>
                        </a:solidFill>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24.759</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10.609</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1.617</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106.662</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algn="ctr">
                        <a:lnSpc>
                          <a:spcPct val="125000"/>
                        </a:lnSpc>
                        <a:spcAft>
                          <a:spcPts val="0"/>
                        </a:spcAft>
                      </a:pPr>
                      <a:r>
                        <a:rPr lang="en-US" sz="1400" b="1" kern="100" dirty="0" smtClean="0">
                          <a:effectLst/>
                        </a:rPr>
                        <a:t>   86.252</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r>
              <a:tr h="493546">
                <a:tc>
                  <a:txBody>
                    <a:bodyPr/>
                    <a:lstStyle/>
                    <a:p>
                      <a:pPr indent="304800" algn="ctr">
                        <a:lnSpc>
                          <a:spcPct val="125000"/>
                        </a:lnSpc>
                        <a:spcAft>
                          <a:spcPts val="0"/>
                        </a:spcAft>
                      </a:pPr>
                      <a:r>
                        <a:rPr lang="en-US" altLang="zh-CN" sz="1400" b="1" kern="100" dirty="0" smtClean="0">
                          <a:solidFill>
                            <a:srgbClr val="FFC000"/>
                          </a:solidFill>
                          <a:effectLst/>
                          <a:latin typeface="Times New Roman" panose="02020603050405020304" pitchFamily="18" charset="0"/>
                          <a:ea typeface="宋体" panose="02010600030101010101" pitchFamily="2" charset="-122"/>
                        </a:rPr>
                        <a:t> 2</a:t>
                      </a:r>
                      <a:endParaRPr lang="zh-CN" sz="1400" b="1" kern="100" dirty="0">
                        <a:solidFill>
                          <a:srgbClr val="FFC000"/>
                        </a:solidFill>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24.541</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9.573</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1.478</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271.378</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algn="ctr">
                        <a:lnSpc>
                          <a:spcPct val="125000"/>
                        </a:lnSpc>
                        <a:spcAft>
                          <a:spcPts val="0"/>
                        </a:spcAft>
                      </a:pPr>
                      <a:r>
                        <a:rPr lang="en-US" sz="1400" b="1" kern="100" dirty="0" smtClean="0">
                          <a:effectLst/>
                        </a:rPr>
                        <a:t>   84.802</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r>
              <a:tr h="493546">
                <a:tc>
                  <a:txBody>
                    <a:bodyPr/>
                    <a:lstStyle/>
                    <a:p>
                      <a:pPr indent="304800" algn="ctr">
                        <a:lnSpc>
                          <a:spcPct val="125000"/>
                        </a:lnSpc>
                        <a:spcAft>
                          <a:spcPts val="0"/>
                        </a:spcAft>
                      </a:pPr>
                      <a:r>
                        <a:rPr lang="en-US" altLang="zh-CN" sz="1400" b="1" kern="100" dirty="0" smtClean="0">
                          <a:solidFill>
                            <a:srgbClr val="FFC000"/>
                          </a:solidFill>
                          <a:effectLst/>
                          <a:latin typeface="Times New Roman" panose="02020603050405020304" pitchFamily="18" charset="0"/>
                          <a:ea typeface="宋体" panose="02010600030101010101" pitchFamily="2" charset="-122"/>
                        </a:rPr>
                        <a:t> 3</a:t>
                      </a:r>
                      <a:endParaRPr lang="zh-CN" sz="1400" b="1" kern="100" dirty="0">
                        <a:solidFill>
                          <a:srgbClr val="FFC000"/>
                        </a:solidFill>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253.265</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59.707</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3.414</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950.347</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algn="ctr">
                        <a:lnSpc>
                          <a:spcPct val="125000"/>
                        </a:lnSpc>
                        <a:spcAft>
                          <a:spcPts val="0"/>
                        </a:spcAft>
                      </a:pPr>
                      <a:r>
                        <a:rPr lang="en-US" sz="1400" b="1" kern="100" dirty="0" smtClean="0">
                          <a:effectLst/>
                        </a:rPr>
                        <a:t>   86.748</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r>
              <a:tr h="493546">
                <a:tc>
                  <a:txBody>
                    <a:bodyPr/>
                    <a:lstStyle/>
                    <a:p>
                      <a:pPr indent="304800" algn="ctr">
                        <a:lnSpc>
                          <a:spcPct val="125000"/>
                        </a:lnSpc>
                        <a:spcAft>
                          <a:spcPts val="0"/>
                        </a:spcAft>
                      </a:pPr>
                      <a:r>
                        <a:rPr lang="en-US" altLang="zh-CN" sz="1400" b="1" kern="100" dirty="0" smtClean="0">
                          <a:solidFill>
                            <a:srgbClr val="FFC000"/>
                          </a:solidFill>
                          <a:effectLst/>
                          <a:latin typeface="Times New Roman" panose="02020603050405020304" pitchFamily="18" charset="0"/>
                          <a:ea typeface="宋体" panose="02010600030101010101" pitchFamily="2" charset="-122"/>
                        </a:rPr>
                        <a:t> 4</a:t>
                      </a:r>
                      <a:endParaRPr lang="zh-CN" sz="1400" b="1" kern="100" dirty="0">
                        <a:solidFill>
                          <a:srgbClr val="FFC000"/>
                        </a:solidFill>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161.787</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47.902</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2.759</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623.422</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algn="ctr">
                        <a:lnSpc>
                          <a:spcPct val="125000"/>
                        </a:lnSpc>
                        <a:spcAft>
                          <a:spcPts val="0"/>
                        </a:spcAft>
                      </a:pPr>
                      <a:r>
                        <a:rPr lang="en-US" sz="1400" b="1" kern="100" dirty="0" smtClean="0">
                          <a:effectLst/>
                        </a:rPr>
                        <a:t>   84.818</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r>
              <a:tr h="493546">
                <a:tc>
                  <a:txBody>
                    <a:bodyPr/>
                    <a:lstStyle/>
                    <a:p>
                      <a:pPr indent="304800" algn="ctr">
                        <a:lnSpc>
                          <a:spcPct val="125000"/>
                        </a:lnSpc>
                        <a:spcAft>
                          <a:spcPts val="0"/>
                        </a:spcAft>
                      </a:pPr>
                      <a:r>
                        <a:rPr lang="en-US" altLang="zh-CN" sz="1400" b="1" kern="100" dirty="0" smtClean="0">
                          <a:solidFill>
                            <a:srgbClr val="FFC000"/>
                          </a:solidFill>
                          <a:effectLst/>
                          <a:latin typeface="Times New Roman" panose="02020603050405020304" pitchFamily="18" charset="0"/>
                          <a:ea typeface="宋体" panose="02010600030101010101" pitchFamily="2" charset="-122"/>
                        </a:rPr>
                        <a:t> 5</a:t>
                      </a:r>
                      <a:endParaRPr lang="zh-CN" sz="1400" b="1" kern="100" dirty="0">
                        <a:solidFill>
                          <a:srgbClr val="FFC000"/>
                        </a:solidFill>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150.444</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185.403</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1.537</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427.876</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algn="ctr">
                        <a:lnSpc>
                          <a:spcPct val="125000"/>
                        </a:lnSpc>
                        <a:spcAft>
                          <a:spcPts val="0"/>
                        </a:spcAft>
                      </a:pPr>
                      <a:r>
                        <a:rPr lang="en-US" sz="1400" b="1" kern="100" dirty="0" smtClean="0">
                          <a:effectLst/>
                        </a:rPr>
                        <a:t>   87.648</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r>
              <a:tr h="493546">
                <a:tc>
                  <a:txBody>
                    <a:bodyPr/>
                    <a:lstStyle/>
                    <a:p>
                      <a:pPr indent="304800" algn="ctr">
                        <a:lnSpc>
                          <a:spcPct val="125000"/>
                        </a:lnSpc>
                        <a:spcAft>
                          <a:spcPts val="0"/>
                        </a:spcAft>
                      </a:pPr>
                      <a:r>
                        <a:rPr lang="en-US" altLang="zh-CN" sz="1400" b="1" kern="100" dirty="0" smtClean="0">
                          <a:solidFill>
                            <a:srgbClr val="FFC000"/>
                          </a:solidFill>
                          <a:effectLst/>
                          <a:latin typeface="Times New Roman" panose="02020603050405020304" pitchFamily="18" charset="0"/>
                          <a:ea typeface="宋体" panose="02010600030101010101" pitchFamily="2" charset="-122"/>
                        </a:rPr>
                        <a:t> 6</a:t>
                      </a:r>
                      <a:endParaRPr lang="zh-CN" sz="1400" b="1" kern="100" dirty="0">
                        <a:solidFill>
                          <a:srgbClr val="FFC000"/>
                        </a:solidFill>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49.338</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249.713</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2.315</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831.435</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algn="ctr">
                        <a:lnSpc>
                          <a:spcPct val="125000"/>
                        </a:lnSpc>
                        <a:spcAft>
                          <a:spcPts val="0"/>
                        </a:spcAft>
                      </a:pPr>
                      <a:r>
                        <a:rPr lang="en-US" sz="1400" b="1" kern="100" dirty="0" smtClean="0">
                          <a:effectLst/>
                        </a:rPr>
                        <a:t>   89.795</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r>
            </a:tbl>
          </a:graphicData>
        </a:graphic>
      </p:graphicFrame>
    </p:spTree>
    <p:extLst>
      <p:ext uri="{BB962C8B-B14F-4D97-AF65-F5344CB8AC3E}">
        <p14:creationId xmlns:p14="http://schemas.microsoft.com/office/powerpoint/2010/main" val="83600659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结论</a:t>
            </a:r>
            <a:endParaRPr lang="zh-CN" altLang="en-US" dirty="0"/>
          </a:p>
        </p:txBody>
      </p:sp>
      <p:sp>
        <p:nvSpPr>
          <p:cNvPr id="3" name="内容占位符 2"/>
          <p:cNvSpPr>
            <a:spLocks noGrp="1"/>
          </p:cNvSpPr>
          <p:nvPr>
            <p:ph idx="1"/>
          </p:nvPr>
        </p:nvSpPr>
        <p:spPr>
          <a:xfrm>
            <a:off x="628652" y="1825625"/>
            <a:ext cx="7383234" cy="4351338"/>
          </a:xfrm>
        </p:spPr>
        <p:txBody>
          <a:bodyPr>
            <a:noAutofit/>
          </a:bodyPr>
          <a:lstStyle/>
          <a:p>
            <a:pPr marL="171450" indent="-171450">
              <a:buClr>
                <a:srgbClr val="00B050"/>
              </a:buClr>
              <a:buFont typeface="Wingdings" panose="05000000000000000000" pitchFamily="2" charset="2"/>
              <a:buChar char="u"/>
            </a:pPr>
            <a:r>
              <a:rPr lang="zh-CN" altLang="en-US" sz="2400" dirty="0" smtClean="0">
                <a:solidFill>
                  <a:srgbClr val="0070C0"/>
                </a:solidFill>
                <a:latin typeface="微软雅黑" panose="020B0503020204020204" pitchFamily="34" charset="-122"/>
                <a:ea typeface="微软雅黑" panose="020B0503020204020204" pitchFamily="34" charset="-122"/>
              </a:rPr>
              <a:t>优势</a:t>
            </a:r>
            <a:endParaRPr lang="en-US" altLang="zh-CN" sz="2400" dirty="0" smtClean="0">
              <a:solidFill>
                <a:srgbClr val="0070C0"/>
              </a:solidFill>
              <a:latin typeface="微软雅黑" panose="020B0503020204020204" pitchFamily="34" charset="-122"/>
              <a:ea typeface="微软雅黑" panose="020B0503020204020204" pitchFamily="34" charset="-122"/>
            </a:endParaRPr>
          </a:p>
          <a:p>
            <a:pPr marL="857250" lvl="1" indent="-342900">
              <a:buClr>
                <a:srgbClr val="00B050"/>
              </a:buClr>
              <a:buFont typeface="Wingdings" panose="05000000000000000000" pitchFamily="2" charset="2"/>
              <a:buChar char="ü"/>
            </a:pPr>
            <a:r>
              <a:rPr lang="zh-CN" altLang="en-US" sz="2250" dirty="0" smtClean="0">
                <a:solidFill>
                  <a:srgbClr val="0070C0"/>
                </a:solidFill>
                <a:latin typeface="微软雅黑" panose="020B0503020204020204" pitchFamily="34" charset="-122"/>
                <a:ea typeface="微软雅黑" panose="020B0503020204020204" pitchFamily="34" charset="-122"/>
              </a:rPr>
              <a:t>多种风格建筑的建模</a:t>
            </a:r>
            <a:endParaRPr lang="en-US" altLang="zh-CN" sz="2250" dirty="0" smtClean="0">
              <a:solidFill>
                <a:srgbClr val="0070C0"/>
              </a:solidFill>
              <a:latin typeface="微软雅黑" panose="020B0503020204020204" pitchFamily="34" charset="-122"/>
              <a:ea typeface="微软雅黑" panose="020B0503020204020204" pitchFamily="34" charset="-122"/>
            </a:endParaRPr>
          </a:p>
          <a:p>
            <a:pPr marL="857250" lvl="1" indent="-342900">
              <a:buClr>
                <a:srgbClr val="00B050"/>
              </a:buClr>
              <a:buFont typeface="Wingdings" panose="05000000000000000000" pitchFamily="2" charset="2"/>
              <a:buChar char="ü"/>
            </a:pPr>
            <a:r>
              <a:rPr lang="zh-CN" altLang="en-US" sz="2250" dirty="0" smtClean="0">
                <a:solidFill>
                  <a:srgbClr val="0070C0"/>
                </a:solidFill>
                <a:latin typeface="微软雅黑" panose="020B0503020204020204" pitchFamily="34" charset="-122"/>
                <a:ea typeface="微软雅黑" panose="020B0503020204020204" pitchFamily="34" charset="-122"/>
              </a:rPr>
              <a:t>有效地应对对称的建筑立面点云缺失</a:t>
            </a:r>
            <a:endParaRPr lang="en-US" altLang="zh-CN" sz="2250" dirty="0" smtClean="0">
              <a:solidFill>
                <a:srgbClr val="0070C0"/>
              </a:solidFill>
              <a:latin typeface="微软雅黑" panose="020B0503020204020204" pitchFamily="34" charset="-122"/>
              <a:ea typeface="微软雅黑" panose="020B0503020204020204" pitchFamily="34" charset="-122"/>
            </a:endParaRPr>
          </a:p>
          <a:p>
            <a:pPr marL="171450" indent="-171450">
              <a:buClr>
                <a:srgbClr val="00B050"/>
              </a:buClr>
              <a:buFont typeface="Wingdings" panose="05000000000000000000" pitchFamily="2" charset="2"/>
              <a:buChar char="u"/>
            </a:pPr>
            <a:r>
              <a:rPr lang="zh-CN" altLang="en-US" sz="2400" dirty="0" smtClean="0">
                <a:solidFill>
                  <a:srgbClr val="FFC000"/>
                </a:solidFill>
                <a:latin typeface="微软雅黑" panose="020B0503020204020204" pitchFamily="34" charset="-122"/>
                <a:ea typeface="微软雅黑" panose="020B0503020204020204" pitchFamily="34" charset="-122"/>
              </a:rPr>
              <a:t>不足</a:t>
            </a:r>
            <a:endParaRPr lang="en-US" altLang="zh-CN" sz="2400" dirty="0" smtClean="0">
              <a:solidFill>
                <a:srgbClr val="FFC000"/>
              </a:solidFill>
              <a:latin typeface="微软雅黑" panose="020B0503020204020204" pitchFamily="34" charset="-122"/>
              <a:ea typeface="微软雅黑" panose="020B0503020204020204" pitchFamily="34" charset="-122"/>
            </a:endParaRPr>
          </a:p>
          <a:p>
            <a:pPr marL="857250" lvl="1" indent="-342900">
              <a:buClr>
                <a:srgbClr val="00B050"/>
              </a:buClr>
              <a:buFont typeface="Wingdings" panose="05000000000000000000" pitchFamily="2" charset="2"/>
              <a:buChar char="ü"/>
            </a:pPr>
            <a:r>
              <a:rPr lang="zh-CN" altLang="en-US" sz="2250" dirty="0" smtClean="0">
                <a:solidFill>
                  <a:srgbClr val="FFC000"/>
                </a:solidFill>
                <a:latin typeface="微软雅黑" panose="020B0503020204020204" pitchFamily="34" charset="-122"/>
                <a:ea typeface="微软雅黑" panose="020B0503020204020204" pitchFamily="34" charset="-122"/>
              </a:rPr>
              <a:t>采用表格的方法表示</a:t>
            </a:r>
            <a:r>
              <a:rPr lang="en-US" altLang="zh-CN" sz="2250" dirty="0" smtClean="0">
                <a:solidFill>
                  <a:srgbClr val="FFC000"/>
                </a:solidFill>
                <a:latin typeface="微软雅黑" panose="020B0503020204020204" pitchFamily="34" charset="-122"/>
                <a:ea typeface="微软雅黑" panose="020B0503020204020204" pitchFamily="34" charset="-122"/>
              </a:rPr>
              <a:t>V</a:t>
            </a:r>
            <a:r>
              <a:rPr lang="zh-CN" altLang="en-US" sz="2250" dirty="0" smtClean="0">
                <a:solidFill>
                  <a:srgbClr val="FFC000"/>
                </a:solidFill>
                <a:latin typeface="微软雅黑" panose="020B0503020204020204" pitchFamily="34" charset="-122"/>
                <a:ea typeface="微软雅黑" panose="020B0503020204020204" pitchFamily="34" charset="-122"/>
              </a:rPr>
              <a:t>函数，没有对状态进行简化</a:t>
            </a:r>
            <a:endParaRPr lang="en-US" altLang="zh-CN" sz="2250" dirty="0" smtClean="0">
              <a:solidFill>
                <a:srgbClr val="FFC000"/>
              </a:solidFill>
              <a:latin typeface="微软雅黑" panose="020B0503020204020204" pitchFamily="34" charset="-122"/>
              <a:ea typeface="微软雅黑" panose="020B0503020204020204" pitchFamily="34" charset="-122"/>
            </a:endParaRPr>
          </a:p>
          <a:p>
            <a:pPr marL="857250" lvl="1" indent="-342900">
              <a:buClr>
                <a:srgbClr val="00B050"/>
              </a:buClr>
              <a:buFont typeface="Wingdings" panose="05000000000000000000" pitchFamily="2" charset="2"/>
              <a:buChar char="ü"/>
            </a:pPr>
            <a:r>
              <a:rPr lang="zh-CN" altLang="en-US" sz="2250" dirty="0">
                <a:solidFill>
                  <a:srgbClr val="FFC000"/>
                </a:solidFill>
                <a:latin typeface="微软雅黑" panose="020B0503020204020204" pitchFamily="34" charset="-122"/>
                <a:ea typeface="微软雅黑" panose="020B0503020204020204" pitchFamily="34" charset="-122"/>
              </a:rPr>
              <a:t>预分</a:t>
            </a:r>
            <a:r>
              <a:rPr lang="zh-CN" altLang="en-US" sz="2250" dirty="0" smtClean="0">
                <a:solidFill>
                  <a:srgbClr val="FFC000"/>
                </a:solidFill>
                <a:latin typeface="微软雅黑" panose="020B0503020204020204" pitchFamily="34" charset="-122"/>
                <a:ea typeface="微软雅黑" panose="020B0503020204020204" pitchFamily="34" charset="-122"/>
              </a:rPr>
              <a:t>类没有自动化</a:t>
            </a:r>
            <a:endParaRPr lang="zh-CN" altLang="en-US" sz="2250" dirty="0">
              <a:solidFill>
                <a:srgbClr val="FFC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466662891"/>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2800" dirty="0"/>
              <a:t>谢谢</a:t>
            </a:r>
            <a:r>
              <a:rPr lang="zh-CN" altLang="en-US" sz="2800" dirty="0" smtClean="0"/>
              <a:t>！请</a:t>
            </a:r>
            <a:r>
              <a:rPr lang="zh-CN" altLang="en-US" sz="2800" dirty="0"/>
              <a:t>老师提问</a:t>
            </a:r>
            <a:endParaRPr lang="zh-CN" altLang="en-US" dirty="0"/>
          </a:p>
        </p:txBody>
      </p:sp>
      <p:pic>
        <p:nvPicPr>
          <p:cNvPr id="11" name="图片 10"/>
          <p:cNvPicPr>
            <a:picLocks noChangeAspect="1"/>
          </p:cNvPicPr>
          <p:nvPr/>
        </p:nvPicPr>
        <p:blipFill>
          <a:blip r:embed="rId3"/>
          <a:stretch>
            <a:fillRect/>
          </a:stretch>
        </p:blipFill>
        <p:spPr>
          <a:xfrm>
            <a:off x="4680000" y="1364051"/>
            <a:ext cx="4320000" cy="3106416"/>
          </a:xfrm>
          <a:prstGeom prst="rect">
            <a:avLst/>
          </a:prstGeom>
        </p:spPr>
      </p:pic>
      <p:pic>
        <p:nvPicPr>
          <p:cNvPr id="15" name="图片 14"/>
          <p:cNvPicPr>
            <a:picLocks noChangeAspect="1"/>
          </p:cNvPicPr>
          <p:nvPr/>
        </p:nvPicPr>
        <p:blipFill>
          <a:blip r:embed="rId4"/>
          <a:stretch>
            <a:fillRect/>
          </a:stretch>
        </p:blipFill>
        <p:spPr>
          <a:xfrm>
            <a:off x="0" y="4998822"/>
            <a:ext cx="4680000" cy="1859178"/>
          </a:xfrm>
          <a:prstGeom prst="rect">
            <a:avLst/>
          </a:prstGeom>
        </p:spPr>
      </p:pic>
      <p:pic>
        <p:nvPicPr>
          <p:cNvPr id="17" name="图片 16"/>
          <p:cNvPicPr>
            <a:picLocks noChangeAspect="1"/>
          </p:cNvPicPr>
          <p:nvPr/>
        </p:nvPicPr>
        <p:blipFill>
          <a:blip r:embed="rId5"/>
          <a:stretch>
            <a:fillRect/>
          </a:stretch>
        </p:blipFill>
        <p:spPr>
          <a:xfrm>
            <a:off x="-60163" y="1555739"/>
            <a:ext cx="4680000" cy="1980872"/>
          </a:xfrm>
          <a:prstGeom prst="rect">
            <a:avLst/>
          </a:prstGeom>
        </p:spPr>
      </p:pic>
      <p:pic>
        <p:nvPicPr>
          <p:cNvPr id="19" name="图片 18"/>
          <p:cNvPicPr>
            <a:picLocks noChangeAspect="1"/>
          </p:cNvPicPr>
          <p:nvPr/>
        </p:nvPicPr>
        <p:blipFill>
          <a:blip r:embed="rId6"/>
          <a:stretch>
            <a:fillRect/>
          </a:stretch>
        </p:blipFill>
        <p:spPr>
          <a:xfrm>
            <a:off x="-36094" y="3264130"/>
            <a:ext cx="4680000" cy="1675842"/>
          </a:xfrm>
          <a:prstGeom prst="rect">
            <a:avLst/>
          </a:prstGeom>
        </p:spPr>
      </p:pic>
      <p:pic>
        <p:nvPicPr>
          <p:cNvPr id="20" name="图片 19"/>
          <p:cNvPicPr>
            <a:picLocks noChangeAspect="1"/>
          </p:cNvPicPr>
          <p:nvPr/>
        </p:nvPicPr>
        <p:blipFill>
          <a:blip r:embed="rId7"/>
          <a:stretch>
            <a:fillRect/>
          </a:stretch>
        </p:blipFill>
        <p:spPr>
          <a:xfrm>
            <a:off x="4500000" y="4468426"/>
            <a:ext cx="4680000" cy="2293663"/>
          </a:xfrm>
          <a:prstGeom prst="rect">
            <a:avLst/>
          </a:prstGeom>
        </p:spPr>
      </p:pic>
    </p:spTree>
    <p:extLst>
      <p:ext uri="{BB962C8B-B14F-4D97-AF65-F5344CB8AC3E}">
        <p14:creationId xmlns:p14="http://schemas.microsoft.com/office/powerpoint/2010/main" val="382516477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par>
    </p:tnLst>
  </p:timing>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WelcomeDoc" id="{E1E7EDF9-8B79-4E5D-B508-2301E35CD219}" vid="{4342E303-0389-44F2-B6F0-C13C203CC59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mso-contentType ?>
<FormTemplates xmlns="http://schemas.microsoft.com/sharepoint/v3/contenttype/forms">
  <Display>DocumentLibraryForm</Display>
  <Edit>AssetEditForm</Edit>
  <New>DocumentLibraryForm</New>
</FormTemplates>
</file>

<file path=customXml/itemProps1.xml><?xml version="1.0" encoding="utf-8"?>
<ds:datastoreItem xmlns:ds="http://schemas.openxmlformats.org/officeDocument/2006/customXml" ds:itemID="{D8DBC0A1-66E1-4B9D-88C2-9B3A32A2147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欢迎使用 PowerPoint</Template>
  <TotalTime>0</TotalTime>
  <Words>2181</Words>
  <Application>Microsoft Office PowerPoint</Application>
  <PresentationFormat>全屏显示(4:3)</PresentationFormat>
  <Paragraphs>223</Paragraphs>
  <Slides>20</Slides>
  <Notes>20</Notes>
  <HiddenSlides>0</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1</vt:i4>
      </vt:variant>
      <vt:variant>
        <vt:lpstr>幻灯片标题</vt:lpstr>
      </vt:variant>
      <vt:variant>
        <vt:i4>20</vt:i4>
      </vt:variant>
    </vt:vector>
  </HeadingPairs>
  <TitlesOfParts>
    <vt:vector size="32" baseType="lpstr">
      <vt:lpstr>Microsoft YaHei UI</vt:lpstr>
      <vt:lpstr>宋体</vt:lpstr>
      <vt:lpstr>微软雅黑</vt:lpstr>
      <vt:lpstr>Arial</vt:lpstr>
      <vt:lpstr>Calibri</vt:lpstr>
      <vt:lpstr>Cambria Math</vt:lpstr>
      <vt:lpstr>Segoe UI</vt:lpstr>
      <vt:lpstr>Segoe UI Light</vt:lpstr>
      <vt:lpstr>Times New Roman</vt:lpstr>
      <vt:lpstr>Wingdings</vt:lpstr>
      <vt:lpstr>WelcomeDoc</vt:lpstr>
      <vt:lpstr>Equation.DSMT4</vt:lpstr>
      <vt:lpstr>基于形状语义和增强学习的建筑立面点云解译与重建的方法</vt:lpstr>
      <vt:lpstr>研究背景及意义</vt:lpstr>
      <vt:lpstr>建筑立面建模研究现状</vt:lpstr>
      <vt:lpstr>算法概述</vt:lpstr>
      <vt:lpstr>形状语义</vt:lpstr>
      <vt:lpstr>二分形状语义</vt:lpstr>
      <vt:lpstr>示例：用二分形状语义表示一个简单的建筑立面</vt:lpstr>
      <vt:lpstr>马尔科夫决策过程</vt:lpstr>
      <vt:lpstr>最佳形状语义求解</vt:lpstr>
      <vt:lpstr>用预分类的结果近似表示建筑结构的概率分布</vt:lpstr>
      <vt:lpstr>实验结果：实验1</vt:lpstr>
      <vt:lpstr>实验结果：实验2</vt:lpstr>
      <vt:lpstr>实验结果：实验3</vt:lpstr>
      <vt:lpstr>实验结果：实验4</vt:lpstr>
      <vt:lpstr>实验结果：实验5</vt:lpstr>
      <vt:lpstr>实验结果：实验6</vt:lpstr>
      <vt:lpstr>实验结果：实验7</vt:lpstr>
      <vt:lpstr>算法效率</vt:lpstr>
      <vt:lpstr>结论</vt:lpstr>
      <vt:lpstr>谢谢！请老师提问</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cp:lastModifiedBy/>
  <cp:revision>1</cp:revision>
  <dcterms:created xsi:type="dcterms:W3CDTF">2014-05-08T11:51:39Z</dcterms:created>
  <dcterms:modified xsi:type="dcterms:W3CDTF">2014-05-12T14:47:01Z</dcterms:modified>
  <cp:vers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TC029239449991</vt:lpwstr>
  </property>
</Properties>
</file>