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21"/>
  </p:notesMasterIdLst>
  <p:sldIdLst>
    <p:sldId id="256" r:id="rId3"/>
    <p:sldId id="262" r:id="rId4"/>
    <p:sldId id="269" r:id="rId5"/>
    <p:sldId id="257" r:id="rId6"/>
    <p:sldId id="270" r:id="rId7"/>
    <p:sldId id="272" r:id="rId8"/>
    <p:sldId id="274" r:id="rId9"/>
    <p:sldId id="264" r:id="rId10"/>
    <p:sldId id="265" r:id="rId11"/>
    <p:sldId id="266" r:id="rId12"/>
    <p:sldId id="277" r:id="rId13"/>
    <p:sldId id="279" r:id="rId14"/>
    <p:sldId id="278" r:id="rId15"/>
    <p:sldId id="280" r:id="rId16"/>
    <p:sldId id="281" r:id="rId17"/>
    <p:sldId id="282" r:id="rId18"/>
    <p:sldId id="283" r:id="rId19"/>
    <p:sldId id="28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5E278A-FF0E-49A4-B170-79828D63BBAD}">
          <p14:sldIdLst>
            <p14:sldId id="256"/>
          </p14:sldIdLst>
        </p14:section>
        <p14:section name="研究背景" id="{B9B51309-D148-4332-87C2-07BE32FBCA3B}">
          <p14:sldIdLst>
            <p14:sldId id="262"/>
            <p14:sldId id="269"/>
            <p14:sldId id="257"/>
            <p14:sldId id="270"/>
            <p14:sldId id="272"/>
            <p14:sldId id="274"/>
            <p14:sldId id="264"/>
            <p14:sldId id="265"/>
            <p14:sldId id="266"/>
            <p14:sldId id="277"/>
            <p14:sldId id="279"/>
            <p14:sldId id="278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D2B4A6"/>
    <a:srgbClr val="734F29"/>
    <a:srgbClr val="D24726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0" autoAdjust="0"/>
    <p:restoredTop sz="94280" autoAdjust="0"/>
  </p:normalViewPr>
  <p:slideViewPr>
    <p:cSldViewPr snapToGrid="0">
      <p:cViewPr varScale="1">
        <p:scale>
          <a:sx n="79" d="100"/>
          <a:sy n="79" d="100"/>
        </p:scale>
        <p:origin x="94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3783FA-7461-4D7A-B79D-874DE18AFD8F}" type="doc">
      <dgm:prSet loTypeId="urn:microsoft.com/office/officeart/2005/8/layout/hierarchy6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19BE6104-39D7-4C94-9EC0-8CC971EE36E3}">
      <dgm:prSet phldrT="[文本]"/>
      <dgm:spPr>
        <a:solidFill>
          <a:srgbClr val="FF0000"/>
        </a:solidFill>
      </dgm:spPr>
      <dgm:t>
        <a:bodyPr/>
        <a:lstStyle/>
        <a:p>
          <a:r>
            <a:rPr lang="zh-CN" altLang="en-US" dirty="0" smtClean="0"/>
            <a:t>初始形状</a:t>
          </a:r>
          <a:endParaRPr lang="zh-CN" altLang="en-US" dirty="0"/>
        </a:p>
      </dgm:t>
    </dgm:pt>
    <dgm:pt modelId="{59970D5A-5CB7-4DE3-AC69-8E3F8EC4FF1C}" type="parTrans" cxnId="{881651A4-83EB-4415-933B-AAF7CD0A43C1}">
      <dgm:prSet/>
      <dgm:spPr/>
      <dgm:t>
        <a:bodyPr/>
        <a:lstStyle/>
        <a:p>
          <a:endParaRPr lang="zh-CN" altLang="en-US"/>
        </a:p>
      </dgm:t>
    </dgm:pt>
    <dgm:pt modelId="{E6808B3A-DB5B-4F7D-9908-3D9BBDA945EB}" type="sibTrans" cxnId="{881651A4-83EB-4415-933B-AAF7CD0A43C1}">
      <dgm:prSet/>
      <dgm:spPr/>
      <dgm:t>
        <a:bodyPr/>
        <a:lstStyle/>
        <a:p>
          <a:endParaRPr lang="zh-CN" altLang="en-US"/>
        </a:p>
      </dgm:t>
    </dgm:pt>
    <dgm:pt modelId="{212B911C-7628-465A-9AF7-BE91E263BC4D}">
      <dgm:prSet phldrT="[文本]"/>
      <dgm:spPr>
        <a:solidFill>
          <a:srgbClr val="7030A0"/>
        </a:solidFill>
      </dgm:spPr>
      <dgm:t>
        <a:bodyPr/>
        <a:lstStyle/>
        <a:p>
          <a:r>
            <a:rPr lang="zh-CN" altLang="en-US" dirty="0" smtClean="0"/>
            <a:t>非终端形状</a:t>
          </a:r>
          <a:endParaRPr lang="zh-CN" altLang="en-US" dirty="0"/>
        </a:p>
      </dgm:t>
    </dgm:pt>
    <dgm:pt modelId="{08D4F578-4DF3-4B6A-AF05-44CA77BCDD08}" type="parTrans" cxnId="{1A1231CC-9B79-4811-8EB5-E351C6083589}">
      <dgm:prSet/>
      <dgm:spPr/>
      <dgm:t>
        <a:bodyPr/>
        <a:lstStyle/>
        <a:p>
          <a:endParaRPr lang="zh-CN" altLang="en-US"/>
        </a:p>
      </dgm:t>
    </dgm:pt>
    <dgm:pt modelId="{9CE03D07-735C-4C1E-A6D0-95F8CB78E16E}" type="sibTrans" cxnId="{1A1231CC-9B79-4811-8EB5-E351C6083589}">
      <dgm:prSet/>
      <dgm:spPr/>
      <dgm:t>
        <a:bodyPr/>
        <a:lstStyle/>
        <a:p>
          <a:endParaRPr lang="zh-CN" altLang="en-US"/>
        </a:p>
      </dgm:t>
    </dgm:pt>
    <dgm:pt modelId="{2886FB4A-F27C-461F-87BD-6A98A9F13C23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 smtClean="0"/>
            <a:t>终端形状</a:t>
          </a:r>
          <a:endParaRPr lang="zh-CN" altLang="en-US" dirty="0"/>
        </a:p>
      </dgm:t>
    </dgm:pt>
    <dgm:pt modelId="{8CD7CA8B-B27C-4475-821C-50E6ABBC94EA}" type="parTrans" cxnId="{6ED457B9-CEEE-4588-AD0C-E4EDF57A1CB9}">
      <dgm:prSet/>
      <dgm:spPr/>
      <dgm:t>
        <a:bodyPr/>
        <a:lstStyle/>
        <a:p>
          <a:endParaRPr lang="zh-CN" altLang="en-US"/>
        </a:p>
      </dgm:t>
    </dgm:pt>
    <dgm:pt modelId="{51DD47AB-01A7-482F-95D7-06E8FB29948D}" type="sibTrans" cxnId="{6ED457B9-CEEE-4588-AD0C-E4EDF57A1CB9}">
      <dgm:prSet/>
      <dgm:spPr/>
      <dgm:t>
        <a:bodyPr/>
        <a:lstStyle/>
        <a:p>
          <a:endParaRPr lang="zh-CN" altLang="en-US"/>
        </a:p>
      </dgm:t>
    </dgm:pt>
    <dgm:pt modelId="{910E79F4-2AD0-48A9-8FE8-97A63BC1461B}">
      <dgm:prSet phldrT="[文本]"/>
      <dgm:spPr>
        <a:solidFill>
          <a:srgbClr val="7030A0"/>
        </a:solidFill>
      </dgm:spPr>
      <dgm:t>
        <a:bodyPr/>
        <a:lstStyle/>
        <a:p>
          <a:r>
            <a:rPr lang="zh-CN" altLang="en-US" dirty="0" smtClean="0"/>
            <a:t>非终端形状</a:t>
          </a:r>
          <a:endParaRPr lang="zh-CN" altLang="en-US" dirty="0"/>
        </a:p>
      </dgm:t>
    </dgm:pt>
    <dgm:pt modelId="{3B9ACAA9-673E-4F74-A4E8-B3466C49D00C}" type="parTrans" cxnId="{D37FA0D1-6F5F-4AB9-A044-78AF4EA39F37}">
      <dgm:prSet/>
      <dgm:spPr/>
      <dgm:t>
        <a:bodyPr/>
        <a:lstStyle/>
        <a:p>
          <a:endParaRPr lang="zh-CN" altLang="en-US"/>
        </a:p>
      </dgm:t>
    </dgm:pt>
    <dgm:pt modelId="{A5D8F466-537A-48F1-B4EC-E05F52172F36}" type="sibTrans" cxnId="{D37FA0D1-6F5F-4AB9-A044-78AF4EA39F37}">
      <dgm:prSet/>
      <dgm:spPr/>
      <dgm:t>
        <a:bodyPr/>
        <a:lstStyle/>
        <a:p>
          <a:endParaRPr lang="zh-CN" altLang="en-US"/>
        </a:p>
      </dgm:t>
    </dgm:pt>
    <dgm:pt modelId="{DBEFE4C2-14F0-49A0-BB7A-122D29C81491}">
      <dgm:prSet phldrT="[文本]"/>
      <dgm:spPr>
        <a:solidFill>
          <a:srgbClr val="7030A0"/>
        </a:solidFill>
      </dgm:spPr>
      <dgm:t>
        <a:bodyPr/>
        <a:lstStyle/>
        <a:p>
          <a:r>
            <a:rPr lang="zh-CN" altLang="en-US" dirty="0" smtClean="0"/>
            <a:t>非终端形状</a:t>
          </a:r>
          <a:endParaRPr lang="zh-CN" altLang="en-US" dirty="0"/>
        </a:p>
      </dgm:t>
    </dgm:pt>
    <dgm:pt modelId="{B56951D6-A228-4EC4-8CC3-7D888EE01E34}" type="parTrans" cxnId="{EE083CAC-466B-481E-A5BC-88DCF9BA3A10}">
      <dgm:prSet/>
      <dgm:spPr/>
      <dgm:t>
        <a:bodyPr/>
        <a:lstStyle/>
        <a:p>
          <a:endParaRPr lang="zh-CN" altLang="en-US"/>
        </a:p>
      </dgm:t>
    </dgm:pt>
    <dgm:pt modelId="{62193C4A-75D2-4B87-A143-A0115DE9AEC5}" type="sibTrans" cxnId="{EE083CAC-466B-481E-A5BC-88DCF9BA3A10}">
      <dgm:prSet/>
      <dgm:spPr/>
      <dgm:t>
        <a:bodyPr/>
        <a:lstStyle/>
        <a:p>
          <a:endParaRPr lang="zh-CN" altLang="en-US"/>
        </a:p>
      </dgm:t>
    </dgm:pt>
    <dgm:pt modelId="{3E67C107-38AE-4570-9356-A7C02B24EFBF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 smtClean="0"/>
            <a:t>终端形状</a:t>
          </a:r>
          <a:endParaRPr lang="zh-CN" altLang="en-US" dirty="0"/>
        </a:p>
      </dgm:t>
    </dgm:pt>
    <dgm:pt modelId="{04E084E0-22A3-4D81-9B0C-A45AD2D6A3B9}" type="parTrans" cxnId="{C60F871D-5458-48FE-969F-0184D45BC439}">
      <dgm:prSet/>
      <dgm:spPr/>
      <dgm:t>
        <a:bodyPr/>
        <a:lstStyle/>
        <a:p>
          <a:endParaRPr lang="zh-CN" altLang="en-US"/>
        </a:p>
      </dgm:t>
    </dgm:pt>
    <dgm:pt modelId="{6E6F00A2-72E6-497A-ACEB-90902E4949E7}" type="sibTrans" cxnId="{C60F871D-5458-48FE-969F-0184D45BC439}">
      <dgm:prSet/>
      <dgm:spPr/>
      <dgm:t>
        <a:bodyPr/>
        <a:lstStyle/>
        <a:p>
          <a:endParaRPr lang="zh-CN" altLang="en-US"/>
        </a:p>
      </dgm:t>
    </dgm:pt>
    <dgm:pt modelId="{EC391ECA-F2BE-4F1A-999B-4FCFB1DDF66E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 smtClean="0"/>
            <a:t>终端形状</a:t>
          </a:r>
          <a:endParaRPr lang="zh-CN" altLang="en-US" dirty="0"/>
        </a:p>
      </dgm:t>
    </dgm:pt>
    <dgm:pt modelId="{CDFC9146-A4B7-4709-849A-B0FA094B0C30}" type="parTrans" cxnId="{3B30B7F3-9FBC-4212-82D1-83F7000ABC8B}">
      <dgm:prSet/>
      <dgm:spPr/>
      <dgm:t>
        <a:bodyPr/>
        <a:lstStyle/>
        <a:p>
          <a:endParaRPr lang="zh-CN" altLang="en-US"/>
        </a:p>
      </dgm:t>
    </dgm:pt>
    <dgm:pt modelId="{6834E433-46EC-4FD0-B45B-1E6177B8D4B4}" type="sibTrans" cxnId="{3B30B7F3-9FBC-4212-82D1-83F7000ABC8B}">
      <dgm:prSet/>
      <dgm:spPr/>
      <dgm:t>
        <a:bodyPr/>
        <a:lstStyle/>
        <a:p>
          <a:endParaRPr lang="zh-CN" altLang="en-US"/>
        </a:p>
      </dgm:t>
    </dgm:pt>
    <dgm:pt modelId="{9F6A6F39-C55A-473B-9AC4-32D954B90D3F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 smtClean="0"/>
            <a:t>终端形状</a:t>
          </a:r>
          <a:endParaRPr lang="zh-CN" altLang="en-US" dirty="0"/>
        </a:p>
      </dgm:t>
    </dgm:pt>
    <dgm:pt modelId="{686659FD-E1C0-43BA-9ED7-C1FE180CE836}" type="parTrans" cxnId="{A824A0FB-9126-4180-8684-E9687960392C}">
      <dgm:prSet/>
      <dgm:spPr/>
      <dgm:t>
        <a:bodyPr/>
        <a:lstStyle/>
        <a:p>
          <a:endParaRPr lang="zh-CN" altLang="en-US"/>
        </a:p>
      </dgm:t>
    </dgm:pt>
    <dgm:pt modelId="{ADF9F963-AC91-47F3-8296-6CD1D8636C24}" type="sibTrans" cxnId="{A824A0FB-9126-4180-8684-E9687960392C}">
      <dgm:prSet/>
      <dgm:spPr/>
      <dgm:t>
        <a:bodyPr/>
        <a:lstStyle/>
        <a:p>
          <a:endParaRPr lang="zh-CN" altLang="en-US"/>
        </a:p>
      </dgm:t>
    </dgm:pt>
    <dgm:pt modelId="{0AA281FC-F97D-4E3E-A4A7-B6B6F663E89A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 smtClean="0"/>
            <a:t>终端形状</a:t>
          </a:r>
          <a:endParaRPr lang="zh-CN" altLang="en-US" dirty="0"/>
        </a:p>
      </dgm:t>
    </dgm:pt>
    <dgm:pt modelId="{BFCAB9FE-1255-457B-99BD-D89F378EE465}" type="parTrans" cxnId="{633ED3B3-D775-40E8-AA30-CE2538D7A50B}">
      <dgm:prSet/>
      <dgm:spPr/>
      <dgm:t>
        <a:bodyPr/>
        <a:lstStyle/>
        <a:p>
          <a:endParaRPr lang="zh-CN" altLang="en-US"/>
        </a:p>
      </dgm:t>
    </dgm:pt>
    <dgm:pt modelId="{2C29B9CF-9F42-48F0-97DA-23700EF3A37D}" type="sibTrans" cxnId="{633ED3B3-D775-40E8-AA30-CE2538D7A50B}">
      <dgm:prSet/>
      <dgm:spPr/>
      <dgm:t>
        <a:bodyPr/>
        <a:lstStyle/>
        <a:p>
          <a:endParaRPr lang="zh-CN" altLang="en-US"/>
        </a:p>
      </dgm:t>
    </dgm:pt>
    <dgm:pt modelId="{C457EB20-BEF5-41C0-AF22-9692F858CD2E}" type="pres">
      <dgm:prSet presAssocID="{B43783FA-7461-4D7A-B79D-874DE18AFD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364D18F-C521-40C9-B1C1-7ABAF2251102}" type="pres">
      <dgm:prSet presAssocID="{B43783FA-7461-4D7A-B79D-874DE18AFD8F}" presName="hierFlow" presStyleCnt="0"/>
      <dgm:spPr/>
    </dgm:pt>
    <dgm:pt modelId="{709D3941-3DD2-49A2-B5FE-361844A7B2A2}" type="pres">
      <dgm:prSet presAssocID="{B43783FA-7461-4D7A-B79D-874DE18AFD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9950869-C5F0-456F-90F5-9A1CF73C655C}" type="pres">
      <dgm:prSet presAssocID="{19BE6104-39D7-4C94-9EC0-8CC971EE36E3}" presName="Name14" presStyleCnt="0"/>
      <dgm:spPr/>
    </dgm:pt>
    <dgm:pt modelId="{96AFCDD6-2DDE-429D-BBDC-F3CF579CDBDE}" type="pres">
      <dgm:prSet presAssocID="{19BE6104-39D7-4C94-9EC0-8CC971EE36E3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2186255-0F2C-4369-B035-3B9D9474423A}" type="pres">
      <dgm:prSet presAssocID="{19BE6104-39D7-4C94-9EC0-8CC971EE36E3}" presName="hierChild2" presStyleCnt="0"/>
      <dgm:spPr/>
    </dgm:pt>
    <dgm:pt modelId="{D253C646-FCE8-402B-A06A-B8255D8130DC}" type="pres">
      <dgm:prSet presAssocID="{08D4F578-4DF3-4B6A-AF05-44CA77BCDD08}" presName="Name19" presStyleLbl="parChTrans1D2" presStyleIdx="0" presStyleCnt="2"/>
      <dgm:spPr/>
      <dgm:t>
        <a:bodyPr/>
        <a:lstStyle/>
        <a:p>
          <a:endParaRPr lang="zh-CN" altLang="en-US"/>
        </a:p>
      </dgm:t>
    </dgm:pt>
    <dgm:pt modelId="{EFBD611B-5EB0-470A-9205-285C72030517}" type="pres">
      <dgm:prSet presAssocID="{212B911C-7628-465A-9AF7-BE91E263BC4D}" presName="Name21" presStyleCnt="0"/>
      <dgm:spPr/>
    </dgm:pt>
    <dgm:pt modelId="{5093E39B-95A1-45B4-BDAA-25A2CA51D400}" type="pres">
      <dgm:prSet presAssocID="{212B911C-7628-465A-9AF7-BE91E263BC4D}" presName="level2Shape" presStyleLbl="node2" presStyleIdx="0" presStyleCnt="2"/>
      <dgm:spPr/>
      <dgm:t>
        <a:bodyPr/>
        <a:lstStyle/>
        <a:p>
          <a:endParaRPr lang="zh-CN" altLang="en-US"/>
        </a:p>
      </dgm:t>
    </dgm:pt>
    <dgm:pt modelId="{F740895F-9976-4760-B061-9C9AFFCBE9A6}" type="pres">
      <dgm:prSet presAssocID="{212B911C-7628-465A-9AF7-BE91E263BC4D}" presName="hierChild3" presStyleCnt="0"/>
      <dgm:spPr/>
    </dgm:pt>
    <dgm:pt modelId="{CDA02A9B-93AA-40C5-A68D-796F8D88B97F}" type="pres">
      <dgm:prSet presAssocID="{8CD7CA8B-B27C-4475-821C-50E6ABBC94EA}" presName="Name19" presStyleLbl="parChTrans1D3" presStyleIdx="0" presStyleCnt="4"/>
      <dgm:spPr/>
      <dgm:t>
        <a:bodyPr/>
        <a:lstStyle/>
        <a:p>
          <a:endParaRPr lang="zh-CN" altLang="en-US"/>
        </a:p>
      </dgm:t>
    </dgm:pt>
    <dgm:pt modelId="{E43BCCC0-6312-4DD6-8D27-9214EC97423F}" type="pres">
      <dgm:prSet presAssocID="{2886FB4A-F27C-461F-87BD-6A98A9F13C23}" presName="Name21" presStyleCnt="0"/>
      <dgm:spPr/>
    </dgm:pt>
    <dgm:pt modelId="{ED280DD1-5ED4-4B7A-BCCB-7FF922332095}" type="pres">
      <dgm:prSet presAssocID="{2886FB4A-F27C-461F-87BD-6A98A9F13C23}" presName="level2Shape" presStyleLbl="node3" presStyleIdx="0" presStyleCnt="4"/>
      <dgm:spPr/>
      <dgm:t>
        <a:bodyPr/>
        <a:lstStyle/>
        <a:p>
          <a:endParaRPr lang="zh-CN" altLang="en-US"/>
        </a:p>
      </dgm:t>
    </dgm:pt>
    <dgm:pt modelId="{891FCF96-46E4-43CA-9EDC-164ED9F93BA0}" type="pres">
      <dgm:prSet presAssocID="{2886FB4A-F27C-461F-87BD-6A98A9F13C23}" presName="hierChild3" presStyleCnt="0"/>
      <dgm:spPr/>
    </dgm:pt>
    <dgm:pt modelId="{B3346178-FE9C-44F5-848E-61C7F6110BB1}" type="pres">
      <dgm:prSet presAssocID="{3B9ACAA9-673E-4F74-A4E8-B3466C49D00C}" presName="Name19" presStyleLbl="parChTrans1D3" presStyleIdx="1" presStyleCnt="4"/>
      <dgm:spPr/>
      <dgm:t>
        <a:bodyPr/>
        <a:lstStyle/>
        <a:p>
          <a:endParaRPr lang="zh-CN" altLang="en-US"/>
        </a:p>
      </dgm:t>
    </dgm:pt>
    <dgm:pt modelId="{5B92E143-0A97-413E-B10A-0DDE7B0BB46A}" type="pres">
      <dgm:prSet presAssocID="{910E79F4-2AD0-48A9-8FE8-97A63BC1461B}" presName="Name21" presStyleCnt="0"/>
      <dgm:spPr/>
    </dgm:pt>
    <dgm:pt modelId="{9CAB2239-14A3-41CF-9F16-F21B0257D47B}" type="pres">
      <dgm:prSet presAssocID="{910E79F4-2AD0-48A9-8FE8-97A63BC1461B}" presName="level2Shape" presStyleLbl="node3" presStyleIdx="1" presStyleCnt="4"/>
      <dgm:spPr/>
      <dgm:t>
        <a:bodyPr/>
        <a:lstStyle/>
        <a:p>
          <a:endParaRPr lang="zh-CN" altLang="en-US"/>
        </a:p>
      </dgm:t>
    </dgm:pt>
    <dgm:pt modelId="{B2D4A930-DC2D-4B98-88F5-1B5CDDEAE2D4}" type="pres">
      <dgm:prSet presAssocID="{910E79F4-2AD0-48A9-8FE8-97A63BC1461B}" presName="hierChild3" presStyleCnt="0"/>
      <dgm:spPr/>
    </dgm:pt>
    <dgm:pt modelId="{ECFB8B9D-E89E-493D-A50D-57F6A85C6010}" type="pres">
      <dgm:prSet presAssocID="{686659FD-E1C0-43BA-9ED7-C1FE180CE836}" presName="Name19" presStyleLbl="parChTrans1D4" presStyleIdx="0" presStyleCnt="2"/>
      <dgm:spPr/>
      <dgm:t>
        <a:bodyPr/>
        <a:lstStyle/>
        <a:p>
          <a:endParaRPr lang="zh-CN" altLang="en-US"/>
        </a:p>
      </dgm:t>
    </dgm:pt>
    <dgm:pt modelId="{2ED6FEE9-DA74-438D-A5DA-06C18B9A5D4A}" type="pres">
      <dgm:prSet presAssocID="{9F6A6F39-C55A-473B-9AC4-32D954B90D3F}" presName="Name21" presStyleCnt="0"/>
      <dgm:spPr/>
    </dgm:pt>
    <dgm:pt modelId="{94184CCF-F51D-4B48-9926-BAB9DFD4A07A}" type="pres">
      <dgm:prSet presAssocID="{9F6A6F39-C55A-473B-9AC4-32D954B90D3F}" presName="level2Shape" presStyleLbl="node4" presStyleIdx="0" presStyleCnt="2"/>
      <dgm:spPr/>
      <dgm:t>
        <a:bodyPr/>
        <a:lstStyle/>
        <a:p>
          <a:endParaRPr lang="zh-CN" altLang="en-US"/>
        </a:p>
      </dgm:t>
    </dgm:pt>
    <dgm:pt modelId="{896F8592-D005-411D-8DDD-B54FE737B791}" type="pres">
      <dgm:prSet presAssocID="{9F6A6F39-C55A-473B-9AC4-32D954B90D3F}" presName="hierChild3" presStyleCnt="0"/>
      <dgm:spPr/>
    </dgm:pt>
    <dgm:pt modelId="{51386622-3E0E-47DE-9238-FC80373998EC}" type="pres">
      <dgm:prSet presAssocID="{BFCAB9FE-1255-457B-99BD-D89F378EE465}" presName="Name19" presStyleLbl="parChTrans1D4" presStyleIdx="1" presStyleCnt="2"/>
      <dgm:spPr/>
      <dgm:t>
        <a:bodyPr/>
        <a:lstStyle/>
        <a:p>
          <a:endParaRPr lang="zh-CN" altLang="en-US"/>
        </a:p>
      </dgm:t>
    </dgm:pt>
    <dgm:pt modelId="{DE9F102A-9E4D-4828-97C3-E95ACA0242A8}" type="pres">
      <dgm:prSet presAssocID="{0AA281FC-F97D-4E3E-A4A7-B6B6F663E89A}" presName="Name21" presStyleCnt="0"/>
      <dgm:spPr/>
    </dgm:pt>
    <dgm:pt modelId="{58D44FCC-B8B8-4757-8C6A-F470916B4863}" type="pres">
      <dgm:prSet presAssocID="{0AA281FC-F97D-4E3E-A4A7-B6B6F663E89A}" presName="level2Shape" presStyleLbl="node4" presStyleIdx="1" presStyleCnt="2"/>
      <dgm:spPr/>
      <dgm:t>
        <a:bodyPr/>
        <a:lstStyle/>
        <a:p>
          <a:endParaRPr lang="zh-CN" altLang="en-US"/>
        </a:p>
      </dgm:t>
    </dgm:pt>
    <dgm:pt modelId="{C6805C61-D380-47A9-BABE-F19629539C9A}" type="pres">
      <dgm:prSet presAssocID="{0AA281FC-F97D-4E3E-A4A7-B6B6F663E89A}" presName="hierChild3" presStyleCnt="0"/>
      <dgm:spPr/>
    </dgm:pt>
    <dgm:pt modelId="{0AB50469-7BEB-4A07-B694-3C529EEA2BF9}" type="pres">
      <dgm:prSet presAssocID="{B56951D6-A228-4EC4-8CC3-7D888EE01E34}" presName="Name19" presStyleLbl="parChTrans1D2" presStyleIdx="1" presStyleCnt="2"/>
      <dgm:spPr/>
      <dgm:t>
        <a:bodyPr/>
        <a:lstStyle/>
        <a:p>
          <a:endParaRPr lang="zh-CN" altLang="en-US"/>
        </a:p>
      </dgm:t>
    </dgm:pt>
    <dgm:pt modelId="{EDE713D1-2B69-499A-88A5-1BE497C04A05}" type="pres">
      <dgm:prSet presAssocID="{DBEFE4C2-14F0-49A0-BB7A-122D29C81491}" presName="Name21" presStyleCnt="0"/>
      <dgm:spPr/>
    </dgm:pt>
    <dgm:pt modelId="{0B6E32CD-B701-40F5-BA8A-2A1AF3C5578F}" type="pres">
      <dgm:prSet presAssocID="{DBEFE4C2-14F0-49A0-BB7A-122D29C81491}" presName="level2Shape" presStyleLbl="node2" presStyleIdx="1" presStyleCnt="2"/>
      <dgm:spPr/>
      <dgm:t>
        <a:bodyPr/>
        <a:lstStyle/>
        <a:p>
          <a:endParaRPr lang="zh-CN" altLang="en-US"/>
        </a:p>
      </dgm:t>
    </dgm:pt>
    <dgm:pt modelId="{28562C21-3BE8-4B26-9C8B-B143ED548A15}" type="pres">
      <dgm:prSet presAssocID="{DBEFE4C2-14F0-49A0-BB7A-122D29C81491}" presName="hierChild3" presStyleCnt="0"/>
      <dgm:spPr/>
    </dgm:pt>
    <dgm:pt modelId="{733F4C5E-2E38-4971-872B-D38081ECF45B}" type="pres">
      <dgm:prSet presAssocID="{04E084E0-22A3-4D81-9B0C-A45AD2D6A3B9}" presName="Name19" presStyleLbl="parChTrans1D3" presStyleIdx="2" presStyleCnt="4"/>
      <dgm:spPr/>
      <dgm:t>
        <a:bodyPr/>
        <a:lstStyle/>
        <a:p>
          <a:endParaRPr lang="zh-CN" altLang="en-US"/>
        </a:p>
      </dgm:t>
    </dgm:pt>
    <dgm:pt modelId="{416CD084-059E-44D7-B498-5251D63A2CB7}" type="pres">
      <dgm:prSet presAssocID="{3E67C107-38AE-4570-9356-A7C02B24EFBF}" presName="Name21" presStyleCnt="0"/>
      <dgm:spPr/>
    </dgm:pt>
    <dgm:pt modelId="{D4945356-0FB4-4A23-86E2-8427617EA309}" type="pres">
      <dgm:prSet presAssocID="{3E67C107-38AE-4570-9356-A7C02B24EFBF}" presName="level2Shape" presStyleLbl="node3" presStyleIdx="2" presStyleCnt="4"/>
      <dgm:spPr/>
      <dgm:t>
        <a:bodyPr/>
        <a:lstStyle/>
        <a:p>
          <a:endParaRPr lang="zh-CN" altLang="en-US"/>
        </a:p>
      </dgm:t>
    </dgm:pt>
    <dgm:pt modelId="{9BBF0510-A101-4D3F-8FD0-1C9B22EC41B1}" type="pres">
      <dgm:prSet presAssocID="{3E67C107-38AE-4570-9356-A7C02B24EFBF}" presName="hierChild3" presStyleCnt="0"/>
      <dgm:spPr/>
    </dgm:pt>
    <dgm:pt modelId="{1B14948D-7E3D-483F-88BB-70F6D03E1914}" type="pres">
      <dgm:prSet presAssocID="{CDFC9146-A4B7-4709-849A-B0FA094B0C30}" presName="Name19" presStyleLbl="parChTrans1D3" presStyleIdx="3" presStyleCnt="4"/>
      <dgm:spPr/>
      <dgm:t>
        <a:bodyPr/>
        <a:lstStyle/>
        <a:p>
          <a:endParaRPr lang="zh-CN" altLang="en-US"/>
        </a:p>
      </dgm:t>
    </dgm:pt>
    <dgm:pt modelId="{7441BD6C-EFD2-47A5-9540-B1C215C9CEC0}" type="pres">
      <dgm:prSet presAssocID="{EC391ECA-F2BE-4F1A-999B-4FCFB1DDF66E}" presName="Name21" presStyleCnt="0"/>
      <dgm:spPr/>
    </dgm:pt>
    <dgm:pt modelId="{5AAE826C-E473-4C30-A605-0277693BC5C9}" type="pres">
      <dgm:prSet presAssocID="{EC391ECA-F2BE-4F1A-999B-4FCFB1DDF66E}" presName="level2Shape" presStyleLbl="node3" presStyleIdx="3" presStyleCnt="4"/>
      <dgm:spPr/>
      <dgm:t>
        <a:bodyPr/>
        <a:lstStyle/>
        <a:p>
          <a:endParaRPr lang="zh-CN" altLang="en-US"/>
        </a:p>
      </dgm:t>
    </dgm:pt>
    <dgm:pt modelId="{F6D2F3B5-AC6B-4757-93DC-A29190F92225}" type="pres">
      <dgm:prSet presAssocID="{EC391ECA-F2BE-4F1A-999B-4FCFB1DDF66E}" presName="hierChild3" presStyleCnt="0"/>
      <dgm:spPr/>
    </dgm:pt>
    <dgm:pt modelId="{C13CD890-8BF1-4C84-A612-8FBE3A304319}" type="pres">
      <dgm:prSet presAssocID="{B43783FA-7461-4D7A-B79D-874DE18AFD8F}" presName="bgShapesFlow" presStyleCnt="0"/>
      <dgm:spPr/>
    </dgm:pt>
  </dgm:ptLst>
  <dgm:cxnLst>
    <dgm:cxn modelId="{6ED457B9-CEEE-4588-AD0C-E4EDF57A1CB9}" srcId="{212B911C-7628-465A-9AF7-BE91E263BC4D}" destId="{2886FB4A-F27C-461F-87BD-6A98A9F13C23}" srcOrd="0" destOrd="0" parTransId="{8CD7CA8B-B27C-4475-821C-50E6ABBC94EA}" sibTransId="{51DD47AB-01A7-482F-95D7-06E8FB29948D}"/>
    <dgm:cxn modelId="{DBEB720F-BDC1-44AB-8320-4AE929D085C0}" type="presOf" srcId="{9F6A6F39-C55A-473B-9AC4-32D954B90D3F}" destId="{94184CCF-F51D-4B48-9926-BAB9DFD4A07A}" srcOrd="0" destOrd="0" presId="urn:microsoft.com/office/officeart/2005/8/layout/hierarchy6"/>
    <dgm:cxn modelId="{8FF09445-93CF-4FDE-BC50-35FBC50DAA10}" type="presOf" srcId="{8CD7CA8B-B27C-4475-821C-50E6ABBC94EA}" destId="{CDA02A9B-93AA-40C5-A68D-796F8D88B97F}" srcOrd="0" destOrd="0" presId="urn:microsoft.com/office/officeart/2005/8/layout/hierarchy6"/>
    <dgm:cxn modelId="{5501C9C6-C1AB-4A00-8825-9AE1157717A9}" type="presOf" srcId="{CDFC9146-A4B7-4709-849A-B0FA094B0C30}" destId="{1B14948D-7E3D-483F-88BB-70F6D03E1914}" srcOrd="0" destOrd="0" presId="urn:microsoft.com/office/officeart/2005/8/layout/hierarchy6"/>
    <dgm:cxn modelId="{D37FA0D1-6F5F-4AB9-A044-78AF4EA39F37}" srcId="{212B911C-7628-465A-9AF7-BE91E263BC4D}" destId="{910E79F4-2AD0-48A9-8FE8-97A63BC1461B}" srcOrd="1" destOrd="0" parTransId="{3B9ACAA9-673E-4F74-A4E8-B3466C49D00C}" sibTransId="{A5D8F466-537A-48F1-B4EC-E05F52172F36}"/>
    <dgm:cxn modelId="{38A24170-CE0A-40FE-91BD-BB84288C3CD5}" type="presOf" srcId="{DBEFE4C2-14F0-49A0-BB7A-122D29C81491}" destId="{0B6E32CD-B701-40F5-BA8A-2A1AF3C5578F}" srcOrd="0" destOrd="0" presId="urn:microsoft.com/office/officeart/2005/8/layout/hierarchy6"/>
    <dgm:cxn modelId="{633ED3B3-D775-40E8-AA30-CE2538D7A50B}" srcId="{910E79F4-2AD0-48A9-8FE8-97A63BC1461B}" destId="{0AA281FC-F97D-4E3E-A4A7-B6B6F663E89A}" srcOrd="1" destOrd="0" parTransId="{BFCAB9FE-1255-457B-99BD-D89F378EE465}" sibTransId="{2C29B9CF-9F42-48F0-97DA-23700EF3A37D}"/>
    <dgm:cxn modelId="{7A5618D4-72F4-4D73-9F57-0C9788C8CA7E}" type="presOf" srcId="{0AA281FC-F97D-4E3E-A4A7-B6B6F663E89A}" destId="{58D44FCC-B8B8-4757-8C6A-F470916B4863}" srcOrd="0" destOrd="0" presId="urn:microsoft.com/office/officeart/2005/8/layout/hierarchy6"/>
    <dgm:cxn modelId="{B7A8C7FE-5E85-4729-BD0C-67D384867464}" type="presOf" srcId="{08D4F578-4DF3-4B6A-AF05-44CA77BCDD08}" destId="{D253C646-FCE8-402B-A06A-B8255D8130DC}" srcOrd="0" destOrd="0" presId="urn:microsoft.com/office/officeart/2005/8/layout/hierarchy6"/>
    <dgm:cxn modelId="{08835E3A-A8C6-42C2-94FE-D80CB6DDCAA8}" type="presOf" srcId="{B43783FA-7461-4D7A-B79D-874DE18AFD8F}" destId="{C457EB20-BEF5-41C0-AF22-9692F858CD2E}" srcOrd="0" destOrd="0" presId="urn:microsoft.com/office/officeart/2005/8/layout/hierarchy6"/>
    <dgm:cxn modelId="{A37A8139-F7EA-41DA-A5F5-76DCB8606152}" type="presOf" srcId="{2886FB4A-F27C-461F-87BD-6A98A9F13C23}" destId="{ED280DD1-5ED4-4B7A-BCCB-7FF922332095}" srcOrd="0" destOrd="0" presId="urn:microsoft.com/office/officeart/2005/8/layout/hierarchy6"/>
    <dgm:cxn modelId="{03B8651A-3D59-4F04-AE80-B8975731CF28}" type="presOf" srcId="{19BE6104-39D7-4C94-9EC0-8CC971EE36E3}" destId="{96AFCDD6-2DDE-429D-BBDC-F3CF579CDBDE}" srcOrd="0" destOrd="0" presId="urn:microsoft.com/office/officeart/2005/8/layout/hierarchy6"/>
    <dgm:cxn modelId="{4AAF351F-E12F-40A2-AEF1-95EAEA8BBFA2}" type="presOf" srcId="{3E67C107-38AE-4570-9356-A7C02B24EFBF}" destId="{D4945356-0FB4-4A23-86E2-8427617EA309}" srcOrd="0" destOrd="0" presId="urn:microsoft.com/office/officeart/2005/8/layout/hierarchy6"/>
    <dgm:cxn modelId="{1A1231CC-9B79-4811-8EB5-E351C6083589}" srcId="{19BE6104-39D7-4C94-9EC0-8CC971EE36E3}" destId="{212B911C-7628-465A-9AF7-BE91E263BC4D}" srcOrd="0" destOrd="0" parTransId="{08D4F578-4DF3-4B6A-AF05-44CA77BCDD08}" sibTransId="{9CE03D07-735C-4C1E-A6D0-95F8CB78E16E}"/>
    <dgm:cxn modelId="{5EB5B3C0-C83E-44AA-8BCF-825AE71E5B79}" type="presOf" srcId="{04E084E0-22A3-4D81-9B0C-A45AD2D6A3B9}" destId="{733F4C5E-2E38-4971-872B-D38081ECF45B}" srcOrd="0" destOrd="0" presId="urn:microsoft.com/office/officeart/2005/8/layout/hierarchy6"/>
    <dgm:cxn modelId="{3B30B7F3-9FBC-4212-82D1-83F7000ABC8B}" srcId="{DBEFE4C2-14F0-49A0-BB7A-122D29C81491}" destId="{EC391ECA-F2BE-4F1A-999B-4FCFB1DDF66E}" srcOrd="1" destOrd="0" parTransId="{CDFC9146-A4B7-4709-849A-B0FA094B0C30}" sibTransId="{6834E433-46EC-4FD0-B45B-1E6177B8D4B4}"/>
    <dgm:cxn modelId="{A824A0FB-9126-4180-8684-E9687960392C}" srcId="{910E79F4-2AD0-48A9-8FE8-97A63BC1461B}" destId="{9F6A6F39-C55A-473B-9AC4-32D954B90D3F}" srcOrd="0" destOrd="0" parTransId="{686659FD-E1C0-43BA-9ED7-C1FE180CE836}" sibTransId="{ADF9F963-AC91-47F3-8296-6CD1D8636C24}"/>
    <dgm:cxn modelId="{348B2DE7-F327-4DA7-B5FB-672D548F5B09}" type="presOf" srcId="{686659FD-E1C0-43BA-9ED7-C1FE180CE836}" destId="{ECFB8B9D-E89E-493D-A50D-57F6A85C6010}" srcOrd="0" destOrd="0" presId="urn:microsoft.com/office/officeart/2005/8/layout/hierarchy6"/>
    <dgm:cxn modelId="{CDC02F4E-A632-41A6-BAAF-FF5C13F3E604}" type="presOf" srcId="{3B9ACAA9-673E-4F74-A4E8-B3466C49D00C}" destId="{B3346178-FE9C-44F5-848E-61C7F6110BB1}" srcOrd="0" destOrd="0" presId="urn:microsoft.com/office/officeart/2005/8/layout/hierarchy6"/>
    <dgm:cxn modelId="{34D90782-6913-4E7C-B3F5-C60E3B66AF3B}" type="presOf" srcId="{B56951D6-A228-4EC4-8CC3-7D888EE01E34}" destId="{0AB50469-7BEB-4A07-B694-3C529EEA2BF9}" srcOrd="0" destOrd="0" presId="urn:microsoft.com/office/officeart/2005/8/layout/hierarchy6"/>
    <dgm:cxn modelId="{B19E6B87-F926-4476-89F5-22BEE3AD294B}" type="presOf" srcId="{EC391ECA-F2BE-4F1A-999B-4FCFB1DDF66E}" destId="{5AAE826C-E473-4C30-A605-0277693BC5C9}" srcOrd="0" destOrd="0" presId="urn:microsoft.com/office/officeart/2005/8/layout/hierarchy6"/>
    <dgm:cxn modelId="{27ACF142-C172-44DE-BBC6-79C644E68359}" type="presOf" srcId="{910E79F4-2AD0-48A9-8FE8-97A63BC1461B}" destId="{9CAB2239-14A3-41CF-9F16-F21B0257D47B}" srcOrd="0" destOrd="0" presId="urn:microsoft.com/office/officeart/2005/8/layout/hierarchy6"/>
    <dgm:cxn modelId="{075FC3F2-0D24-4DB3-9653-39ACCDBDF000}" type="presOf" srcId="{BFCAB9FE-1255-457B-99BD-D89F378EE465}" destId="{51386622-3E0E-47DE-9238-FC80373998EC}" srcOrd="0" destOrd="0" presId="urn:microsoft.com/office/officeart/2005/8/layout/hierarchy6"/>
    <dgm:cxn modelId="{76673F3E-AA4F-480B-BE67-F92502D9E5C8}" type="presOf" srcId="{212B911C-7628-465A-9AF7-BE91E263BC4D}" destId="{5093E39B-95A1-45B4-BDAA-25A2CA51D400}" srcOrd="0" destOrd="0" presId="urn:microsoft.com/office/officeart/2005/8/layout/hierarchy6"/>
    <dgm:cxn modelId="{EE083CAC-466B-481E-A5BC-88DCF9BA3A10}" srcId="{19BE6104-39D7-4C94-9EC0-8CC971EE36E3}" destId="{DBEFE4C2-14F0-49A0-BB7A-122D29C81491}" srcOrd="1" destOrd="0" parTransId="{B56951D6-A228-4EC4-8CC3-7D888EE01E34}" sibTransId="{62193C4A-75D2-4B87-A143-A0115DE9AEC5}"/>
    <dgm:cxn modelId="{881651A4-83EB-4415-933B-AAF7CD0A43C1}" srcId="{B43783FA-7461-4D7A-B79D-874DE18AFD8F}" destId="{19BE6104-39D7-4C94-9EC0-8CC971EE36E3}" srcOrd="0" destOrd="0" parTransId="{59970D5A-5CB7-4DE3-AC69-8E3F8EC4FF1C}" sibTransId="{E6808B3A-DB5B-4F7D-9908-3D9BBDA945EB}"/>
    <dgm:cxn modelId="{C60F871D-5458-48FE-969F-0184D45BC439}" srcId="{DBEFE4C2-14F0-49A0-BB7A-122D29C81491}" destId="{3E67C107-38AE-4570-9356-A7C02B24EFBF}" srcOrd="0" destOrd="0" parTransId="{04E084E0-22A3-4D81-9B0C-A45AD2D6A3B9}" sibTransId="{6E6F00A2-72E6-497A-ACEB-90902E4949E7}"/>
    <dgm:cxn modelId="{40DF7CC8-79D1-41A8-BED1-B43F50A50EE6}" type="presParOf" srcId="{C457EB20-BEF5-41C0-AF22-9692F858CD2E}" destId="{4364D18F-C521-40C9-B1C1-7ABAF2251102}" srcOrd="0" destOrd="0" presId="urn:microsoft.com/office/officeart/2005/8/layout/hierarchy6"/>
    <dgm:cxn modelId="{2D7A42F8-A3E2-450E-B522-8491453BA353}" type="presParOf" srcId="{4364D18F-C521-40C9-B1C1-7ABAF2251102}" destId="{709D3941-3DD2-49A2-B5FE-361844A7B2A2}" srcOrd="0" destOrd="0" presId="urn:microsoft.com/office/officeart/2005/8/layout/hierarchy6"/>
    <dgm:cxn modelId="{42092126-B321-43DD-9BE7-5B781CC83AFC}" type="presParOf" srcId="{709D3941-3DD2-49A2-B5FE-361844A7B2A2}" destId="{79950869-C5F0-456F-90F5-9A1CF73C655C}" srcOrd="0" destOrd="0" presId="urn:microsoft.com/office/officeart/2005/8/layout/hierarchy6"/>
    <dgm:cxn modelId="{2ACBF177-A28F-47F4-9446-C9C495E05728}" type="presParOf" srcId="{79950869-C5F0-456F-90F5-9A1CF73C655C}" destId="{96AFCDD6-2DDE-429D-BBDC-F3CF579CDBDE}" srcOrd="0" destOrd="0" presId="urn:microsoft.com/office/officeart/2005/8/layout/hierarchy6"/>
    <dgm:cxn modelId="{CA6BEFD1-A9FD-4E0A-84BF-DF50FB477447}" type="presParOf" srcId="{79950869-C5F0-456F-90F5-9A1CF73C655C}" destId="{F2186255-0F2C-4369-B035-3B9D9474423A}" srcOrd="1" destOrd="0" presId="urn:microsoft.com/office/officeart/2005/8/layout/hierarchy6"/>
    <dgm:cxn modelId="{F36F7F1E-D35F-4894-BA0A-9E7DD512687F}" type="presParOf" srcId="{F2186255-0F2C-4369-B035-3B9D9474423A}" destId="{D253C646-FCE8-402B-A06A-B8255D8130DC}" srcOrd="0" destOrd="0" presId="urn:microsoft.com/office/officeart/2005/8/layout/hierarchy6"/>
    <dgm:cxn modelId="{3B9EDB93-340A-4758-A695-FEE1CDBDAB27}" type="presParOf" srcId="{F2186255-0F2C-4369-B035-3B9D9474423A}" destId="{EFBD611B-5EB0-470A-9205-285C72030517}" srcOrd="1" destOrd="0" presId="urn:microsoft.com/office/officeart/2005/8/layout/hierarchy6"/>
    <dgm:cxn modelId="{08023B65-E52E-4F60-B2D1-D00B33E5BDF6}" type="presParOf" srcId="{EFBD611B-5EB0-470A-9205-285C72030517}" destId="{5093E39B-95A1-45B4-BDAA-25A2CA51D400}" srcOrd="0" destOrd="0" presId="urn:microsoft.com/office/officeart/2005/8/layout/hierarchy6"/>
    <dgm:cxn modelId="{643080E4-EE10-4007-931E-03518B19CA6F}" type="presParOf" srcId="{EFBD611B-5EB0-470A-9205-285C72030517}" destId="{F740895F-9976-4760-B061-9C9AFFCBE9A6}" srcOrd="1" destOrd="0" presId="urn:microsoft.com/office/officeart/2005/8/layout/hierarchy6"/>
    <dgm:cxn modelId="{B96F4715-649A-446E-AE5C-C72DE70DC64D}" type="presParOf" srcId="{F740895F-9976-4760-B061-9C9AFFCBE9A6}" destId="{CDA02A9B-93AA-40C5-A68D-796F8D88B97F}" srcOrd="0" destOrd="0" presId="urn:microsoft.com/office/officeart/2005/8/layout/hierarchy6"/>
    <dgm:cxn modelId="{5C129854-41B5-4A10-A90E-48DF705216B3}" type="presParOf" srcId="{F740895F-9976-4760-B061-9C9AFFCBE9A6}" destId="{E43BCCC0-6312-4DD6-8D27-9214EC97423F}" srcOrd="1" destOrd="0" presId="urn:microsoft.com/office/officeart/2005/8/layout/hierarchy6"/>
    <dgm:cxn modelId="{0C7343C8-B8F4-4E16-8B2D-E19EBACE87F9}" type="presParOf" srcId="{E43BCCC0-6312-4DD6-8D27-9214EC97423F}" destId="{ED280DD1-5ED4-4B7A-BCCB-7FF922332095}" srcOrd="0" destOrd="0" presId="urn:microsoft.com/office/officeart/2005/8/layout/hierarchy6"/>
    <dgm:cxn modelId="{C5F6FAEA-503D-404A-A0FE-22E3E589E9B7}" type="presParOf" srcId="{E43BCCC0-6312-4DD6-8D27-9214EC97423F}" destId="{891FCF96-46E4-43CA-9EDC-164ED9F93BA0}" srcOrd="1" destOrd="0" presId="urn:microsoft.com/office/officeart/2005/8/layout/hierarchy6"/>
    <dgm:cxn modelId="{551521D8-1A3C-467A-BC0B-683FC49C2704}" type="presParOf" srcId="{F740895F-9976-4760-B061-9C9AFFCBE9A6}" destId="{B3346178-FE9C-44F5-848E-61C7F6110BB1}" srcOrd="2" destOrd="0" presId="urn:microsoft.com/office/officeart/2005/8/layout/hierarchy6"/>
    <dgm:cxn modelId="{8863E9C3-D7BB-4DAD-9595-F88D4197B1D5}" type="presParOf" srcId="{F740895F-9976-4760-B061-9C9AFFCBE9A6}" destId="{5B92E143-0A97-413E-B10A-0DDE7B0BB46A}" srcOrd="3" destOrd="0" presId="urn:microsoft.com/office/officeart/2005/8/layout/hierarchy6"/>
    <dgm:cxn modelId="{3CB537F9-201E-4AC0-8A86-30B801C99921}" type="presParOf" srcId="{5B92E143-0A97-413E-B10A-0DDE7B0BB46A}" destId="{9CAB2239-14A3-41CF-9F16-F21B0257D47B}" srcOrd="0" destOrd="0" presId="urn:microsoft.com/office/officeart/2005/8/layout/hierarchy6"/>
    <dgm:cxn modelId="{307B5CCB-FA3D-4E18-8A7D-9A92EA3287D4}" type="presParOf" srcId="{5B92E143-0A97-413E-B10A-0DDE7B0BB46A}" destId="{B2D4A930-DC2D-4B98-88F5-1B5CDDEAE2D4}" srcOrd="1" destOrd="0" presId="urn:microsoft.com/office/officeart/2005/8/layout/hierarchy6"/>
    <dgm:cxn modelId="{195C6D1C-0743-4224-B971-9F094EDD6F03}" type="presParOf" srcId="{B2D4A930-DC2D-4B98-88F5-1B5CDDEAE2D4}" destId="{ECFB8B9D-E89E-493D-A50D-57F6A85C6010}" srcOrd="0" destOrd="0" presId="urn:microsoft.com/office/officeart/2005/8/layout/hierarchy6"/>
    <dgm:cxn modelId="{0B5D3DE9-C4A7-4FFF-9012-7C829D44C014}" type="presParOf" srcId="{B2D4A930-DC2D-4B98-88F5-1B5CDDEAE2D4}" destId="{2ED6FEE9-DA74-438D-A5DA-06C18B9A5D4A}" srcOrd="1" destOrd="0" presId="urn:microsoft.com/office/officeart/2005/8/layout/hierarchy6"/>
    <dgm:cxn modelId="{BEB0290D-A5E6-46A2-956E-2579550870DE}" type="presParOf" srcId="{2ED6FEE9-DA74-438D-A5DA-06C18B9A5D4A}" destId="{94184CCF-F51D-4B48-9926-BAB9DFD4A07A}" srcOrd="0" destOrd="0" presId="urn:microsoft.com/office/officeart/2005/8/layout/hierarchy6"/>
    <dgm:cxn modelId="{E4C2B886-404F-44C7-AA4B-5F8E6DE0D7CD}" type="presParOf" srcId="{2ED6FEE9-DA74-438D-A5DA-06C18B9A5D4A}" destId="{896F8592-D005-411D-8DDD-B54FE737B791}" srcOrd="1" destOrd="0" presId="urn:microsoft.com/office/officeart/2005/8/layout/hierarchy6"/>
    <dgm:cxn modelId="{6E70D8E3-1BD5-4E68-8E3D-AD5C8A3783AD}" type="presParOf" srcId="{B2D4A930-DC2D-4B98-88F5-1B5CDDEAE2D4}" destId="{51386622-3E0E-47DE-9238-FC80373998EC}" srcOrd="2" destOrd="0" presId="urn:microsoft.com/office/officeart/2005/8/layout/hierarchy6"/>
    <dgm:cxn modelId="{81CEBA2C-8573-4E71-A443-BA0FC445C2AF}" type="presParOf" srcId="{B2D4A930-DC2D-4B98-88F5-1B5CDDEAE2D4}" destId="{DE9F102A-9E4D-4828-97C3-E95ACA0242A8}" srcOrd="3" destOrd="0" presId="urn:microsoft.com/office/officeart/2005/8/layout/hierarchy6"/>
    <dgm:cxn modelId="{1696A1E4-6BF2-4D7A-B5FB-61775E7C8E9D}" type="presParOf" srcId="{DE9F102A-9E4D-4828-97C3-E95ACA0242A8}" destId="{58D44FCC-B8B8-4757-8C6A-F470916B4863}" srcOrd="0" destOrd="0" presId="urn:microsoft.com/office/officeart/2005/8/layout/hierarchy6"/>
    <dgm:cxn modelId="{8DB7B880-5BE1-4987-A04B-7D483CD548EA}" type="presParOf" srcId="{DE9F102A-9E4D-4828-97C3-E95ACA0242A8}" destId="{C6805C61-D380-47A9-BABE-F19629539C9A}" srcOrd="1" destOrd="0" presId="urn:microsoft.com/office/officeart/2005/8/layout/hierarchy6"/>
    <dgm:cxn modelId="{C06D5247-D62D-4602-9206-EF2148705D30}" type="presParOf" srcId="{F2186255-0F2C-4369-B035-3B9D9474423A}" destId="{0AB50469-7BEB-4A07-B694-3C529EEA2BF9}" srcOrd="2" destOrd="0" presId="urn:microsoft.com/office/officeart/2005/8/layout/hierarchy6"/>
    <dgm:cxn modelId="{19174A52-63AA-4345-A248-40F759B1191F}" type="presParOf" srcId="{F2186255-0F2C-4369-B035-3B9D9474423A}" destId="{EDE713D1-2B69-499A-88A5-1BE497C04A05}" srcOrd="3" destOrd="0" presId="urn:microsoft.com/office/officeart/2005/8/layout/hierarchy6"/>
    <dgm:cxn modelId="{81579564-B370-4E1B-AF87-ACBDB0177636}" type="presParOf" srcId="{EDE713D1-2B69-499A-88A5-1BE497C04A05}" destId="{0B6E32CD-B701-40F5-BA8A-2A1AF3C5578F}" srcOrd="0" destOrd="0" presId="urn:microsoft.com/office/officeart/2005/8/layout/hierarchy6"/>
    <dgm:cxn modelId="{5601581B-2660-4EA0-97AD-D3CBE84EBD7C}" type="presParOf" srcId="{EDE713D1-2B69-499A-88A5-1BE497C04A05}" destId="{28562C21-3BE8-4B26-9C8B-B143ED548A15}" srcOrd="1" destOrd="0" presId="urn:microsoft.com/office/officeart/2005/8/layout/hierarchy6"/>
    <dgm:cxn modelId="{C0826C6A-38EF-45C7-A760-541E51F9CE02}" type="presParOf" srcId="{28562C21-3BE8-4B26-9C8B-B143ED548A15}" destId="{733F4C5E-2E38-4971-872B-D38081ECF45B}" srcOrd="0" destOrd="0" presId="urn:microsoft.com/office/officeart/2005/8/layout/hierarchy6"/>
    <dgm:cxn modelId="{A892FD08-7F9B-4A93-8057-8C2C3C65516F}" type="presParOf" srcId="{28562C21-3BE8-4B26-9C8B-B143ED548A15}" destId="{416CD084-059E-44D7-B498-5251D63A2CB7}" srcOrd="1" destOrd="0" presId="urn:microsoft.com/office/officeart/2005/8/layout/hierarchy6"/>
    <dgm:cxn modelId="{A93FFF8A-3234-45F5-B116-F09D6124B34E}" type="presParOf" srcId="{416CD084-059E-44D7-B498-5251D63A2CB7}" destId="{D4945356-0FB4-4A23-86E2-8427617EA309}" srcOrd="0" destOrd="0" presId="urn:microsoft.com/office/officeart/2005/8/layout/hierarchy6"/>
    <dgm:cxn modelId="{47BFD3CF-A6A5-452F-9B2D-1C179F2A64B5}" type="presParOf" srcId="{416CD084-059E-44D7-B498-5251D63A2CB7}" destId="{9BBF0510-A101-4D3F-8FD0-1C9B22EC41B1}" srcOrd="1" destOrd="0" presId="urn:microsoft.com/office/officeart/2005/8/layout/hierarchy6"/>
    <dgm:cxn modelId="{E8B4CB11-F140-4BAB-B9D0-15F74CB4C5D3}" type="presParOf" srcId="{28562C21-3BE8-4B26-9C8B-B143ED548A15}" destId="{1B14948D-7E3D-483F-88BB-70F6D03E1914}" srcOrd="2" destOrd="0" presId="urn:microsoft.com/office/officeart/2005/8/layout/hierarchy6"/>
    <dgm:cxn modelId="{4F10DB01-4CBA-4FA7-A094-15F68BD241F4}" type="presParOf" srcId="{28562C21-3BE8-4B26-9C8B-B143ED548A15}" destId="{7441BD6C-EFD2-47A5-9540-B1C215C9CEC0}" srcOrd="3" destOrd="0" presId="urn:microsoft.com/office/officeart/2005/8/layout/hierarchy6"/>
    <dgm:cxn modelId="{68B42CCA-1CC8-4A8B-9CF2-C3AA2DD73DE7}" type="presParOf" srcId="{7441BD6C-EFD2-47A5-9540-B1C215C9CEC0}" destId="{5AAE826C-E473-4C30-A605-0277693BC5C9}" srcOrd="0" destOrd="0" presId="urn:microsoft.com/office/officeart/2005/8/layout/hierarchy6"/>
    <dgm:cxn modelId="{D8341FF1-8FF7-4970-8B75-3C99C5F9BFC8}" type="presParOf" srcId="{7441BD6C-EFD2-47A5-9540-B1C215C9CEC0}" destId="{F6D2F3B5-AC6B-4757-93DC-A29190F92225}" srcOrd="1" destOrd="0" presId="urn:microsoft.com/office/officeart/2005/8/layout/hierarchy6"/>
    <dgm:cxn modelId="{B3950FCD-0518-4700-99D8-919612C27F55}" type="presParOf" srcId="{C457EB20-BEF5-41C0-AF22-9692F858CD2E}" destId="{C13CD890-8BF1-4C84-A612-8FBE3A30431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FCDD6-2DDE-429D-BBDC-F3CF579CDBDE}">
      <dsp:nvSpPr>
        <dsp:cNvPr id="0" name=""/>
        <dsp:cNvSpPr/>
      </dsp:nvSpPr>
      <dsp:spPr>
        <a:xfrm>
          <a:off x="1719667" y="505515"/>
          <a:ext cx="880664" cy="58710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初始形状</a:t>
          </a:r>
          <a:endParaRPr lang="zh-CN" altLang="en-US" sz="1100" kern="1200" dirty="0"/>
        </a:p>
      </dsp:txBody>
      <dsp:txXfrm>
        <a:off x="1736863" y="522711"/>
        <a:ext cx="846272" cy="552717"/>
      </dsp:txXfrm>
    </dsp:sp>
    <dsp:sp modelId="{D253C646-FCE8-402B-A06A-B8255D8130DC}">
      <dsp:nvSpPr>
        <dsp:cNvPr id="0" name=""/>
        <dsp:cNvSpPr/>
      </dsp:nvSpPr>
      <dsp:spPr>
        <a:xfrm>
          <a:off x="1015136" y="1092624"/>
          <a:ext cx="1144863" cy="234843"/>
        </a:xfrm>
        <a:custGeom>
          <a:avLst/>
          <a:gdLst/>
          <a:ahLst/>
          <a:cxnLst/>
          <a:rect l="0" t="0" r="0" b="0"/>
          <a:pathLst>
            <a:path>
              <a:moveTo>
                <a:pt x="1144863" y="0"/>
              </a:moveTo>
              <a:lnTo>
                <a:pt x="1144863" y="117421"/>
              </a:lnTo>
              <a:lnTo>
                <a:pt x="0" y="117421"/>
              </a:lnTo>
              <a:lnTo>
                <a:pt x="0" y="23484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93E39B-95A1-45B4-BDAA-25A2CA51D400}">
      <dsp:nvSpPr>
        <dsp:cNvPr id="0" name=""/>
        <dsp:cNvSpPr/>
      </dsp:nvSpPr>
      <dsp:spPr>
        <a:xfrm>
          <a:off x="574804" y="1327468"/>
          <a:ext cx="880664" cy="587109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非终端形状</a:t>
          </a:r>
          <a:endParaRPr lang="zh-CN" altLang="en-US" sz="1100" kern="1200" dirty="0"/>
        </a:p>
      </dsp:txBody>
      <dsp:txXfrm>
        <a:off x="592000" y="1344664"/>
        <a:ext cx="846272" cy="552717"/>
      </dsp:txXfrm>
    </dsp:sp>
    <dsp:sp modelId="{CDA02A9B-93AA-40C5-A68D-796F8D88B97F}">
      <dsp:nvSpPr>
        <dsp:cNvPr id="0" name=""/>
        <dsp:cNvSpPr/>
      </dsp:nvSpPr>
      <dsp:spPr>
        <a:xfrm>
          <a:off x="442705" y="1914578"/>
          <a:ext cx="572431" cy="234843"/>
        </a:xfrm>
        <a:custGeom>
          <a:avLst/>
          <a:gdLst/>
          <a:ahLst/>
          <a:cxnLst/>
          <a:rect l="0" t="0" r="0" b="0"/>
          <a:pathLst>
            <a:path>
              <a:moveTo>
                <a:pt x="572431" y="0"/>
              </a:moveTo>
              <a:lnTo>
                <a:pt x="572431" y="117421"/>
              </a:lnTo>
              <a:lnTo>
                <a:pt x="0" y="117421"/>
              </a:lnTo>
              <a:lnTo>
                <a:pt x="0" y="23484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280DD1-5ED4-4B7A-BCCB-7FF922332095}">
      <dsp:nvSpPr>
        <dsp:cNvPr id="0" name=""/>
        <dsp:cNvSpPr/>
      </dsp:nvSpPr>
      <dsp:spPr>
        <a:xfrm>
          <a:off x="2373" y="2149421"/>
          <a:ext cx="880664" cy="58710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终端形状</a:t>
          </a:r>
          <a:endParaRPr lang="zh-CN" altLang="en-US" sz="1100" kern="1200" dirty="0"/>
        </a:p>
      </dsp:txBody>
      <dsp:txXfrm>
        <a:off x="19569" y="2166617"/>
        <a:ext cx="846272" cy="552717"/>
      </dsp:txXfrm>
    </dsp:sp>
    <dsp:sp modelId="{B3346178-FE9C-44F5-848E-61C7F6110BB1}">
      <dsp:nvSpPr>
        <dsp:cNvPr id="0" name=""/>
        <dsp:cNvSpPr/>
      </dsp:nvSpPr>
      <dsp:spPr>
        <a:xfrm>
          <a:off x="1015136" y="1914578"/>
          <a:ext cx="572431" cy="2348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421"/>
              </a:lnTo>
              <a:lnTo>
                <a:pt x="572431" y="117421"/>
              </a:lnTo>
              <a:lnTo>
                <a:pt x="572431" y="23484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B2239-14A3-41CF-9F16-F21B0257D47B}">
      <dsp:nvSpPr>
        <dsp:cNvPr id="0" name=""/>
        <dsp:cNvSpPr/>
      </dsp:nvSpPr>
      <dsp:spPr>
        <a:xfrm>
          <a:off x="1147236" y="2149421"/>
          <a:ext cx="880664" cy="587109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非终端形状</a:t>
          </a:r>
          <a:endParaRPr lang="zh-CN" altLang="en-US" sz="1100" kern="1200" dirty="0"/>
        </a:p>
      </dsp:txBody>
      <dsp:txXfrm>
        <a:off x="1164432" y="2166617"/>
        <a:ext cx="846272" cy="552717"/>
      </dsp:txXfrm>
    </dsp:sp>
    <dsp:sp modelId="{ECFB8B9D-E89E-493D-A50D-57F6A85C6010}">
      <dsp:nvSpPr>
        <dsp:cNvPr id="0" name=""/>
        <dsp:cNvSpPr/>
      </dsp:nvSpPr>
      <dsp:spPr>
        <a:xfrm>
          <a:off x="1015136" y="2736531"/>
          <a:ext cx="572431" cy="234843"/>
        </a:xfrm>
        <a:custGeom>
          <a:avLst/>
          <a:gdLst/>
          <a:ahLst/>
          <a:cxnLst/>
          <a:rect l="0" t="0" r="0" b="0"/>
          <a:pathLst>
            <a:path>
              <a:moveTo>
                <a:pt x="572431" y="0"/>
              </a:moveTo>
              <a:lnTo>
                <a:pt x="572431" y="117421"/>
              </a:lnTo>
              <a:lnTo>
                <a:pt x="0" y="117421"/>
              </a:lnTo>
              <a:lnTo>
                <a:pt x="0" y="23484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184CCF-F51D-4B48-9926-BAB9DFD4A07A}">
      <dsp:nvSpPr>
        <dsp:cNvPr id="0" name=""/>
        <dsp:cNvSpPr/>
      </dsp:nvSpPr>
      <dsp:spPr>
        <a:xfrm>
          <a:off x="574804" y="2971375"/>
          <a:ext cx="880664" cy="58710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终端形状</a:t>
          </a:r>
          <a:endParaRPr lang="zh-CN" altLang="en-US" sz="1100" kern="1200" dirty="0"/>
        </a:p>
      </dsp:txBody>
      <dsp:txXfrm>
        <a:off x="592000" y="2988571"/>
        <a:ext cx="846272" cy="552717"/>
      </dsp:txXfrm>
    </dsp:sp>
    <dsp:sp modelId="{51386622-3E0E-47DE-9238-FC80373998EC}">
      <dsp:nvSpPr>
        <dsp:cNvPr id="0" name=""/>
        <dsp:cNvSpPr/>
      </dsp:nvSpPr>
      <dsp:spPr>
        <a:xfrm>
          <a:off x="1587568" y="2736531"/>
          <a:ext cx="572431" cy="2348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421"/>
              </a:lnTo>
              <a:lnTo>
                <a:pt x="572431" y="117421"/>
              </a:lnTo>
              <a:lnTo>
                <a:pt x="572431" y="234843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D44FCC-B8B8-4757-8C6A-F470916B4863}">
      <dsp:nvSpPr>
        <dsp:cNvPr id="0" name=""/>
        <dsp:cNvSpPr/>
      </dsp:nvSpPr>
      <dsp:spPr>
        <a:xfrm>
          <a:off x="1719667" y="2971375"/>
          <a:ext cx="880664" cy="58710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终端形状</a:t>
          </a:r>
          <a:endParaRPr lang="zh-CN" altLang="en-US" sz="1100" kern="1200" dirty="0"/>
        </a:p>
      </dsp:txBody>
      <dsp:txXfrm>
        <a:off x="1736863" y="2988571"/>
        <a:ext cx="846272" cy="552717"/>
      </dsp:txXfrm>
    </dsp:sp>
    <dsp:sp modelId="{0AB50469-7BEB-4A07-B694-3C529EEA2BF9}">
      <dsp:nvSpPr>
        <dsp:cNvPr id="0" name=""/>
        <dsp:cNvSpPr/>
      </dsp:nvSpPr>
      <dsp:spPr>
        <a:xfrm>
          <a:off x="2159999" y="1092624"/>
          <a:ext cx="1144863" cy="2348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421"/>
              </a:lnTo>
              <a:lnTo>
                <a:pt x="1144863" y="117421"/>
              </a:lnTo>
              <a:lnTo>
                <a:pt x="1144863" y="23484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6E32CD-B701-40F5-BA8A-2A1AF3C5578F}">
      <dsp:nvSpPr>
        <dsp:cNvPr id="0" name=""/>
        <dsp:cNvSpPr/>
      </dsp:nvSpPr>
      <dsp:spPr>
        <a:xfrm>
          <a:off x="2864531" y="1327468"/>
          <a:ext cx="880664" cy="587109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非终端形状</a:t>
          </a:r>
          <a:endParaRPr lang="zh-CN" altLang="en-US" sz="1100" kern="1200" dirty="0"/>
        </a:p>
      </dsp:txBody>
      <dsp:txXfrm>
        <a:off x="2881727" y="1344664"/>
        <a:ext cx="846272" cy="552717"/>
      </dsp:txXfrm>
    </dsp:sp>
    <dsp:sp modelId="{733F4C5E-2E38-4971-872B-D38081ECF45B}">
      <dsp:nvSpPr>
        <dsp:cNvPr id="0" name=""/>
        <dsp:cNvSpPr/>
      </dsp:nvSpPr>
      <dsp:spPr>
        <a:xfrm>
          <a:off x="2732431" y="1914578"/>
          <a:ext cx="572431" cy="234843"/>
        </a:xfrm>
        <a:custGeom>
          <a:avLst/>
          <a:gdLst/>
          <a:ahLst/>
          <a:cxnLst/>
          <a:rect l="0" t="0" r="0" b="0"/>
          <a:pathLst>
            <a:path>
              <a:moveTo>
                <a:pt x="572431" y="0"/>
              </a:moveTo>
              <a:lnTo>
                <a:pt x="572431" y="117421"/>
              </a:lnTo>
              <a:lnTo>
                <a:pt x="0" y="117421"/>
              </a:lnTo>
              <a:lnTo>
                <a:pt x="0" y="23484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945356-0FB4-4A23-86E2-8427617EA309}">
      <dsp:nvSpPr>
        <dsp:cNvPr id="0" name=""/>
        <dsp:cNvSpPr/>
      </dsp:nvSpPr>
      <dsp:spPr>
        <a:xfrm>
          <a:off x="2292099" y="2149421"/>
          <a:ext cx="880664" cy="58710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终端形状</a:t>
          </a:r>
          <a:endParaRPr lang="zh-CN" altLang="en-US" sz="1100" kern="1200" dirty="0"/>
        </a:p>
      </dsp:txBody>
      <dsp:txXfrm>
        <a:off x="2309295" y="2166617"/>
        <a:ext cx="846272" cy="552717"/>
      </dsp:txXfrm>
    </dsp:sp>
    <dsp:sp modelId="{1B14948D-7E3D-483F-88BB-70F6D03E1914}">
      <dsp:nvSpPr>
        <dsp:cNvPr id="0" name=""/>
        <dsp:cNvSpPr/>
      </dsp:nvSpPr>
      <dsp:spPr>
        <a:xfrm>
          <a:off x="3304863" y="1914578"/>
          <a:ext cx="572431" cy="2348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421"/>
              </a:lnTo>
              <a:lnTo>
                <a:pt x="572431" y="117421"/>
              </a:lnTo>
              <a:lnTo>
                <a:pt x="572431" y="23484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AE826C-E473-4C30-A605-0277693BC5C9}">
      <dsp:nvSpPr>
        <dsp:cNvPr id="0" name=""/>
        <dsp:cNvSpPr/>
      </dsp:nvSpPr>
      <dsp:spPr>
        <a:xfrm>
          <a:off x="3436962" y="2149421"/>
          <a:ext cx="880664" cy="587109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/>
            <a:t>终端形状</a:t>
          </a:r>
          <a:endParaRPr lang="zh-CN" altLang="en-US" sz="1100" kern="1200" dirty="0"/>
        </a:p>
      </dsp:txBody>
      <dsp:txXfrm>
        <a:off x="3454158" y="2166617"/>
        <a:ext cx="846272" cy="552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C13577B-6902-467D-A26C-08A0DD5E4E03}" type="datetimeFigureOut">
              <a:t>2014/5/10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DF61EA0F-A667-4B49-8422-0062BC55E249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zh-CN" smtClean="0"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2" y="2061006"/>
            <a:ext cx="7886700" cy="2387600"/>
          </a:xfrm>
        </p:spPr>
        <p:txBody>
          <a:bodyPr anchor="b">
            <a:normAutofit/>
          </a:bodyPr>
          <a:lstStyle>
            <a:lvl1pPr algn="l" latinLnBrk="0">
              <a:defRPr lang="zh-CN" sz="405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28653" y="5110611"/>
            <a:ext cx="50291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450"/>
              </a:spcBef>
              <a:buNone/>
              <a:defRPr lang="zh-CN" sz="2100">
                <a:solidFill>
                  <a:srgbClr val="D24726"/>
                </a:solidFill>
                <a:latin typeface="+mj-lt"/>
              </a:defRPr>
            </a:lvl1pPr>
            <a:lvl2pPr marL="342900" indent="0" algn="ctr" latinLnBrk="0">
              <a:buNone/>
              <a:defRPr lang="zh-CN" sz="1500"/>
            </a:lvl2pPr>
            <a:lvl3pPr marL="685800" indent="0" algn="ctr" latinLnBrk="0">
              <a:buNone/>
              <a:defRPr lang="zh-CN" sz="1350"/>
            </a:lvl3pPr>
            <a:lvl4pPr marL="1028700" indent="0" algn="ctr" latinLnBrk="0">
              <a:buNone/>
              <a:defRPr lang="zh-CN" sz="1200"/>
            </a:lvl4pPr>
            <a:lvl5pPr marL="1371600" indent="0" algn="ctr" latinLnBrk="0">
              <a:buNone/>
              <a:defRPr lang="zh-CN" sz="1200"/>
            </a:lvl5pPr>
            <a:lvl6pPr marL="1714500" indent="0" algn="ctr" latinLnBrk="0">
              <a:buNone/>
              <a:defRPr lang="zh-CN" sz="1200"/>
            </a:lvl6pPr>
            <a:lvl7pPr marL="2057400" indent="0" algn="ctr" latinLnBrk="0">
              <a:buNone/>
              <a:defRPr lang="zh-CN" sz="1200"/>
            </a:lvl7pPr>
            <a:lvl8pPr marL="2400300" indent="0" algn="ctr" latinLnBrk="0">
              <a:buNone/>
              <a:defRPr lang="zh-CN" sz="1200"/>
            </a:lvl8pPr>
            <a:lvl9pPr marL="2743200" indent="0" algn="ctr" latinLnBrk="0">
              <a:buNone/>
              <a:defRPr lang="zh-CN"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9144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327" y="0"/>
            <a:ext cx="8062025" cy="1208868"/>
          </a:xfrm>
        </p:spPr>
        <p:txBody>
          <a:bodyPr anchor="b">
            <a:normAutofit/>
          </a:bodyPr>
          <a:lstStyle>
            <a:lvl1pPr latinLnBrk="0">
              <a:defRPr lang="zh-CN"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2" y="1825625"/>
            <a:ext cx="3125815" cy="4351338"/>
          </a:xfrm>
        </p:spPr>
        <p:txBody>
          <a:bodyPr>
            <a:normAutofit/>
          </a:bodyPr>
          <a:lstStyle>
            <a:lvl1pPr marL="0" indent="0" latinLnBrk="0">
              <a:lnSpc>
                <a:spcPct val="150000"/>
              </a:lnSpc>
              <a:spcAft>
                <a:spcPts val="900"/>
              </a:spcAft>
              <a:buNone/>
              <a:defRPr lang="zh-CN" sz="12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lnSpc>
                <a:spcPct val="150000"/>
              </a:lnSpc>
              <a:spcAft>
                <a:spcPts val="900"/>
              </a:spcAft>
              <a:defRPr lang="zh-CN" sz="105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lnSpc>
                <a:spcPct val="150000"/>
              </a:lnSpc>
              <a:spcAft>
                <a:spcPts val="900"/>
              </a:spcAft>
              <a:defRPr lang="zh-CN" sz="9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lnSpc>
                <a:spcPct val="150000"/>
              </a:lnSpc>
              <a:spcAft>
                <a:spcPts val="900"/>
              </a:spcAft>
              <a:defRPr lang="zh-CN" sz="825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lnSpc>
                <a:spcPct val="150000"/>
              </a:lnSpc>
              <a:spcAft>
                <a:spcPts val="900"/>
              </a:spcAft>
              <a:defRPr lang="zh-CN" sz="825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242663" y="1709738"/>
            <a:ext cx="490133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1" y="2402239"/>
            <a:ext cx="3381536" cy="2187227"/>
          </a:xfrm>
        </p:spPr>
        <p:txBody>
          <a:bodyPr anchor="ctr">
            <a:noAutofit/>
          </a:bodyPr>
          <a:lstStyle>
            <a:lvl1pPr algn="l" latinLnBrk="0">
              <a:defRPr lang="zh-CN" sz="3600">
                <a:solidFill>
                  <a:srgbClr val="D24726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42482" y="2402237"/>
            <a:ext cx="3952068" cy="2187226"/>
          </a:xfrm>
        </p:spPr>
        <p:txBody>
          <a:bodyPr anchor="ctr">
            <a:normAutofit/>
          </a:bodyPr>
          <a:lstStyle>
            <a:lvl1pPr marL="0" indent="0" latinLnBrk="0">
              <a:lnSpc>
                <a:spcPct val="150000"/>
              </a:lnSpc>
              <a:buNone/>
              <a:defRPr lang="zh-CN" sz="2100">
                <a:solidFill>
                  <a:schemeClr val="bg1"/>
                </a:solidFill>
                <a:latin typeface="+mj-lt"/>
              </a:defRPr>
            </a:lvl1pPr>
            <a:lvl2pPr marL="342900" indent="0" latinLnBrk="0">
              <a:buNone/>
              <a:defRPr lang="zh-CN" sz="1500"/>
            </a:lvl2pPr>
            <a:lvl3pPr marL="685800" indent="0" latinLnBrk="0">
              <a:buNone/>
              <a:defRPr lang="zh-CN" sz="1350"/>
            </a:lvl3pPr>
            <a:lvl4pPr marL="1028700" indent="0" latinLnBrk="0">
              <a:buNone/>
              <a:defRPr lang="zh-CN" sz="1200"/>
            </a:lvl4pPr>
            <a:lvl5pPr marL="1371600" indent="0" latinLnBrk="0">
              <a:buNone/>
              <a:defRPr lang="zh-CN" sz="1200"/>
            </a:lvl5pPr>
            <a:lvl6pPr marL="1714500" indent="0" latinLnBrk="0">
              <a:buNone/>
              <a:defRPr lang="zh-CN" sz="1200"/>
            </a:lvl6pPr>
            <a:lvl7pPr marL="2057400" indent="0" latinLnBrk="0">
              <a:buNone/>
              <a:defRPr lang="zh-CN" sz="1200"/>
            </a:lvl7pPr>
            <a:lvl8pPr marL="2400300" indent="0" latinLnBrk="0">
              <a:buNone/>
              <a:defRPr lang="zh-CN" sz="1200"/>
            </a:lvl8pPr>
            <a:lvl9pPr marL="2743200" indent="0" latinLnBrk="0">
              <a:buNone/>
              <a:defRPr lang="zh-CN"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4242663" y="1709738"/>
            <a:ext cx="490133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1"/>
            <a:ext cx="8058151" cy="1228436"/>
          </a:xfrm>
        </p:spPr>
        <p:txBody>
          <a:bodyPr anchor="b">
            <a:normAutofit/>
          </a:bodyPr>
          <a:lstStyle>
            <a:lvl1pPr latinLnBrk="0">
              <a:defRPr lang="zh-CN"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05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9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05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9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0"/>
            <a:ext cx="8053388" cy="1228436"/>
          </a:xfrm>
        </p:spPr>
        <p:txBody>
          <a:bodyPr anchor="b">
            <a:normAutofit/>
          </a:bodyPr>
          <a:lstStyle>
            <a:lvl1pPr latinLnBrk="0">
              <a:defRPr lang="zh-CN"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9" y="1489075"/>
            <a:ext cx="3867151" cy="641350"/>
          </a:xfrm>
        </p:spPr>
        <p:txBody>
          <a:bodyPr anchor="b"/>
          <a:lstStyle>
            <a:lvl1pPr marL="0" indent="0" latinLnBrk="0">
              <a:buNone/>
              <a:defRPr lang="zh-CN" sz="1800" b="1"/>
            </a:lvl1pPr>
            <a:lvl2pPr marL="342900" indent="0" latinLnBrk="0">
              <a:buNone/>
              <a:defRPr lang="zh-CN" sz="1500" b="1"/>
            </a:lvl2pPr>
            <a:lvl3pPr marL="685800" indent="0" latinLnBrk="0">
              <a:buNone/>
              <a:defRPr lang="zh-CN" sz="1350" b="1"/>
            </a:lvl3pPr>
            <a:lvl4pPr marL="1028700" indent="0" latinLnBrk="0">
              <a:buNone/>
              <a:defRPr lang="zh-CN" sz="1200" b="1"/>
            </a:lvl4pPr>
            <a:lvl5pPr marL="1371600" indent="0" latinLnBrk="0">
              <a:buNone/>
              <a:defRPr lang="zh-CN" sz="1200" b="1"/>
            </a:lvl5pPr>
            <a:lvl6pPr marL="1714500" indent="0" latinLnBrk="0">
              <a:buNone/>
              <a:defRPr lang="zh-CN" sz="1200" b="1"/>
            </a:lvl6pPr>
            <a:lvl7pPr marL="2057400" indent="0" latinLnBrk="0">
              <a:buNone/>
              <a:defRPr lang="zh-CN" sz="1200" b="1"/>
            </a:lvl7pPr>
            <a:lvl8pPr marL="2400300" indent="0" latinLnBrk="0">
              <a:buNone/>
              <a:defRPr lang="zh-CN" sz="1200" b="1"/>
            </a:lvl8pPr>
            <a:lvl9pPr marL="2743200" indent="0" latinLnBrk="0">
              <a:buNone/>
              <a:defRPr lang="zh-CN"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9" y="2193929"/>
            <a:ext cx="3867151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05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9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2249" y="1489075"/>
            <a:ext cx="3868340" cy="641350"/>
          </a:xfrm>
        </p:spPr>
        <p:txBody>
          <a:bodyPr anchor="b"/>
          <a:lstStyle>
            <a:lvl1pPr marL="0" indent="0" latinLnBrk="0">
              <a:buNone/>
              <a:defRPr lang="zh-CN" sz="1800" b="1"/>
            </a:lvl1pPr>
            <a:lvl2pPr marL="342900" indent="0" latinLnBrk="0">
              <a:buNone/>
              <a:defRPr lang="zh-CN" sz="1500" b="1"/>
            </a:lvl2pPr>
            <a:lvl3pPr marL="685800" indent="0" latinLnBrk="0">
              <a:buNone/>
              <a:defRPr lang="zh-CN" sz="1350" b="1"/>
            </a:lvl3pPr>
            <a:lvl4pPr marL="1028700" indent="0" latinLnBrk="0">
              <a:buNone/>
              <a:defRPr lang="zh-CN" sz="1200" b="1"/>
            </a:lvl4pPr>
            <a:lvl5pPr marL="1371600" indent="0" latinLnBrk="0">
              <a:buNone/>
              <a:defRPr lang="zh-CN" sz="1200" b="1"/>
            </a:lvl5pPr>
            <a:lvl6pPr marL="1714500" indent="0" latinLnBrk="0">
              <a:buNone/>
              <a:defRPr lang="zh-CN" sz="1200" b="1"/>
            </a:lvl6pPr>
            <a:lvl7pPr marL="2057400" indent="0" latinLnBrk="0">
              <a:buNone/>
              <a:defRPr lang="zh-CN" sz="1200" b="1"/>
            </a:lvl7pPr>
            <a:lvl8pPr marL="2400300" indent="0" latinLnBrk="0">
              <a:buNone/>
              <a:defRPr lang="zh-CN" sz="1200" b="1"/>
            </a:lvl8pPr>
            <a:lvl9pPr marL="2743200" indent="0" latinLnBrk="0">
              <a:buNone/>
              <a:defRPr lang="zh-CN"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2249" y="2193929"/>
            <a:ext cx="3868340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05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9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1"/>
            <a:ext cx="8058151" cy="1228436"/>
          </a:xfrm>
        </p:spPr>
        <p:txBody>
          <a:bodyPr anchor="b">
            <a:normAutofit/>
          </a:bodyPr>
          <a:lstStyle>
            <a:lvl1pPr latinLnBrk="0">
              <a:defRPr lang="zh-CN"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 latinLnBrk="0">
              <a:defRPr lang="zh-CN"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9"/>
            <a:ext cx="4629151" cy="487362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05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9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825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900"/>
              </a:spcAft>
              <a:buNone/>
            </a:pPr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3" y="2101850"/>
            <a:ext cx="2949177" cy="3759200"/>
          </a:xfrm>
        </p:spPr>
        <p:txBody>
          <a:bodyPr/>
          <a:lstStyle>
            <a:lvl1pPr marL="0" indent="0" latinLnBrk="0">
              <a:buNone/>
              <a:defRPr lang="zh-CN" sz="1200"/>
            </a:lvl1pPr>
            <a:lvl2pPr marL="342900" indent="0" latinLnBrk="0">
              <a:buNone/>
              <a:defRPr lang="zh-CN" sz="1050"/>
            </a:lvl2pPr>
            <a:lvl3pPr marL="685800" indent="0" latinLnBrk="0">
              <a:buNone/>
              <a:defRPr lang="zh-CN" sz="900"/>
            </a:lvl3pPr>
            <a:lvl4pPr marL="1028700" indent="0" latinLnBrk="0">
              <a:buNone/>
              <a:defRPr lang="zh-CN" sz="750"/>
            </a:lvl4pPr>
            <a:lvl5pPr marL="1371600" indent="0" latinLnBrk="0">
              <a:buNone/>
              <a:defRPr lang="zh-CN" sz="750"/>
            </a:lvl5pPr>
            <a:lvl6pPr marL="1714500" indent="0" latinLnBrk="0">
              <a:buNone/>
              <a:defRPr lang="zh-CN" sz="750"/>
            </a:lvl6pPr>
            <a:lvl7pPr marL="2057400" indent="0" latinLnBrk="0">
              <a:buNone/>
              <a:defRPr lang="zh-CN" sz="750"/>
            </a:lvl7pPr>
            <a:lvl8pPr marL="2400300" indent="0" latinLnBrk="0">
              <a:buNone/>
              <a:defRPr lang="zh-CN" sz="750"/>
            </a:lvl8pPr>
            <a:lvl9pPr marL="2743200" indent="0" latinLnBrk="0">
              <a:buNone/>
              <a:defRPr lang="zh-CN"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 latinLnBrk="0">
              <a:defRPr lang="zh-CN"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9"/>
            <a:ext cx="4629151" cy="4873625"/>
          </a:xfrm>
        </p:spPr>
        <p:txBody>
          <a:bodyPr/>
          <a:lstStyle>
            <a:lvl1pPr marL="0" indent="0" latinLnBrk="0">
              <a:buNone/>
              <a:defRPr lang="zh-CN" sz="2400"/>
            </a:lvl1pPr>
            <a:lvl2pPr marL="342900" indent="0" latinLnBrk="0">
              <a:buNone/>
              <a:defRPr lang="zh-CN" sz="2100"/>
            </a:lvl2pPr>
            <a:lvl3pPr marL="685800" indent="0" latinLnBrk="0">
              <a:buNone/>
              <a:defRPr lang="zh-CN" sz="1800"/>
            </a:lvl3pPr>
            <a:lvl4pPr marL="1028700" indent="0" latinLnBrk="0">
              <a:buNone/>
              <a:defRPr lang="zh-CN" sz="1500"/>
            </a:lvl4pPr>
            <a:lvl5pPr marL="1371600" indent="0" latinLnBrk="0">
              <a:buNone/>
              <a:defRPr lang="zh-CN" sz="1500"/>
            </a:lvl5pPr>
            <a:lvl6pPr marL="1714500" indent="0" latinLnBrk="0">
              <a:buNone/>
              <a:defRPr lang="zh-CN" sz="1500"/>
            </a:lvl6pPr>
            <a:lvl7pPr marL="2057400" indent="0" latinLnBrk="0">
              <a:buNone/>
              <a:defRPr lang="zh-CN" sz="1500"/>
            </a:lvl7pPr>
            <a:lvl8pPr marL="2400300" indent="0" latinLnBrk="0">
              <a:buNone/>
              <a:defRPr lang="zh-CN" sz="1500"/>
            </a:lvl8pPr>
            <a:lvl9pPr marL="2743200" indent="0" latinLnBrk="0">
              <a:buNone/>
              <a:defRPr lang="zh-CN" sz="1500"/>
            </a:lvl9pPr>
          </a:lstStyle>
          <a:p>
            <a:r>
              <a:rPr lang="zh-CN" altLang="en-US" smtClean="0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3" y="2101850"/>
            <a:ext cx="2949177" cy="3759200"/>
          </a:xfrm>
        </p:spPr>
        <p:txBody>
          <a:bodyPr/>
          <a:lstStyle>
            <a:lvl1pPr marL="0" indent="0" latinLnBrk="0">
              <a:buNone/>
              <a:defRPr lang="zh-CN" sz="1200"/>
            </a:lvl1pPr>
            <a:lvl2pPr marL="342900" indent="0" latinLnBrk="0">
              <a:buNone/>
              <a:defRPr lang="zh-CN" sz="1050"/>
            </a:lvl2pPr>
            <a:lvl3pPr marL="685800" indent="0" latinLnBrk="0">
              <a:buNone/>
              <a:defRPr lang="zh-CN" sz="900"/>
            </a:lvl3pPr>
            <a:lvl4pPr marL="1028700" indent="0" latinLnBrk="0">
              <a:buNone/>
              <a:defRPr lang="zh-CN" sz="750"/>
            </a:lvl4pPr>
            <a:lvl5pPr marL="1371600" indent="0" latinLnBrk="0">
              <a:buNone/>
              <a:defRPr lang="zh-CN" sz="750"/>
            </a:lvl5pPr>
            <a:lvl6pPr marL="1714500" indent="0" latinLnBrk="0">
              <a:buNone/>
              <a:defRPr lang="zh-CN" sz="750"/>
            </a:lvl6pPr>
            <a:lvl7pPr marL="2057400" indent="0" latinLnBrk="0">
              <a:buNone/>
              <a:defRPr lang="zh-CN" sz="750"/>
            </a:lvl7pPr>
            <a:lvl8pPr marL="2400300" indent="0" latinLnBrk="0">
              <a:buNone/>
              <a:defRPr lang="zh-CN" sz="750"/>
            </a:lvl8pPr>
            <a:lvl9pPr marL="2743200" indent="0" latinLnBrk="0">
              <a:buNone/>
              <a:defRPr lang="zh-CN"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1"/>
            <a:ext cx="8058151" cy="1228436"/>
          </a:xfrm>
        </p:spPr>
        <p:txBody>
          <a:bodyPr anchor="b">
            <a:normAutofit/>
          </a:bodyPr>
          <a:lstStyle>
            <a:lvl1pPr latinLnBrk="0">
              <a:defRPr lang="zh-CN"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9144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71511" y="0"/>
            <a:ext cx="1572491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61565" y="365125"/>
            <a:ext cx="1364673" cy="5811838"/>
          </a:xfrm>
        </p:spPr>
        <p:txBody>
          <a:bodyPr vert="eaVert" anchor="b">
            <a:normAutofit/>
          </a:bodyPr>
          <a:lstStyle>
            <a:lvl1pPr latinLnBrk="0">
              <a:defRPr lang="zh-CN" sz="27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t>2014/5/10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7571511" y="0"/>
            <a:ext cx="1572491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2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457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BEEBAAA-29B5-4AF5-BC5F-7E580C29002D}" type="datetimeFigureOut">
              <a:rPr lang="en-US" altLang="zh-CN" smtClean="0"/>
              <a:pPr/>
              <a:t>5/10/2014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486152" y="6356354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057900" y="6356354"/>
            <a:ext cx="2457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spcBef>
          <a:spcPct val="0"/>
        </a:spcBef>
        <a:buNone/>
        <a:defRPr lang="zh-CN" sz="33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1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5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2.pn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基于形状语义和增强学习的建筑立面点云解译与重建的方法</a:t>
            </a: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Microsoft YaHei UI" panose="020B0503020204020204" pitchFamily="34" charset="-122"/>
              </a:rPr>
              <a:t>徐翔 地理信息系统专业</a:t>
            </a:r>
            <a:endParaRPr lang="en-US" altLang="zh-CN" dirty="0" smtClean="0">
              <a:latin typeface="Microsoft YaHei UI" panose="020B0503020204020204" pitchFamily="34" charset="-122"/>
            </a:endParaRPr>
          </a:p>
          <a:p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指导老师：张立强教授</a:t>
            </a: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6" r="32714"/>
          <a:stretch/>
        </p:blipFill>
        <p:spPr>
          <a:xfrm>
            <a:off x="291341" y="857250"/>
            <a:ext cx="1296189" cy="21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2" r="23743"/>
          <a:stretch/>
        </p:blipFill>
        <p:spPr>
          <a:xfrm>
            <a:off x="2042151" y="857250"/>
            <a:ext cx="1951058" cy="216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2" r="27571"/>
          <a:stretch/>
        </p:blipFill>
        <p:spPr>
          <a:xfrm>
            <a:off x="4572001" y="857250"/>
            <a:ext cx="1806535" cy="21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4" r="23384"/>
          <a:stretch/>
        </p:blipFill>
        <p:spPr>
          <a:xfrm>
            <a:off x="6972272" y="857250"/>
            <a:ext cx="1860731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研究背景及意义</a:t>
            </a: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8807" y="2094122"/>
            <a:ext cx="3657600" cy="3335821"/>
          </a:xfrm>
        </p:spPr>
        <p:txBody>
          <a:bodyPr>
            <a:normAutofit/>
          </a:bodyPr>
          <a:lstStyle/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三维数字城市重建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统的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激光雷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达技术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建筑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立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面的自动重建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sz="2000" dirty="0"/>
          </a:p>
          <a:p>
            <a:endParaRPr lang="zh-CN" sz="2000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建筑立面建模研究现状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2" y="1825625"/>
            <a:ext cx="5663864" cy="4351338"/>
          </a:xfrm>
        </p:spPr>
        <p:txBody>
          <a:bodyPr>
            <a:noAutofit/>
          </a:bodyPr>
          <a:lstStyle/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于数据驱动的方法</a:t>
            </a:r>
            <a:endParaRPr lang="en-US" altLang="zh-CN" sz="1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法很好地揭示建筑的语义特征（如门、窗、阳台等）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模受点云数据缺失的影响较大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驱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动的方法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如何设计一个统一的模型来描述现实世界中复杂多样的建筑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如何高效地求解建筑的立面模型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694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形状语义</a:t>
            </a: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2226469"/>
            <a:ext cx="6060909" cy="2425541"/>
          </a:xfrm>
        </p:spPr>
        <p:txBody>
          <a:bodyPr>
            <a:normAutofit fontScale="70000" lnSpcReduction="20000"/>
          </a:bodyPr>
          <a:lstStyle/>
          <a:p>
            <a:pPr marL="128588" indent="-128588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动态地描述复杂的结构化几何体的方法</a:t>
            </a:r>
            <a:endParaRPr lang="en-US" altLang="zh-CN" sz="2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8588" indent="-128588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形、植物、建筑可以通过一些基本的操作一步步递归地</a:t>
            </a:r>
            <a:endParaRPr lang="en-US" altLang="zh-CN" sz="2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00B050"/>
              </a:buClr>
            </a:pP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以一种简单的方式生成</a:t>
            </a:r>
            <a:endParaRPr lang="en-US" altLang="zh-CN" sz="2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分形状语义</a:t>
            </a:r>
            <a:endParaRPr lang="en-US" altLang="zh-CN" sz="1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026" name="Picture 2" descr="C:\Users\drifters\Downloads\cvpr2010\images\monge_119bi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9558" y="2498919"/>
            <a:ext cx="2257425" cy="396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D:\Xu Xiang\new_workspace\graduation-thesis-defenses\images\486px-Serpinski_Lsystem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58" y="4736234"/>
            <a:ext cx="1892597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Xu Xiang\new_workspace\graduation-thesis-defenses\images\320px-Fractal_weed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752" y="4589598"/>
            <a:ext cx="30480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二分形状语义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428" y="1825625"/>
            <a:ext cx="4007899" cy="4351338"/>
          </a:xfrm>
        </p:spPr>
        <p:txBody>
          <a:bodyPr>
            <a:normAutofit/>
          </a:bodyPr>
          <a:lstStyle/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基本形状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S(x, y, w, h, label)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语义规则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个形状只能沿着水平或竖直方向剖分为两个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形状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可以被剖分的基本形状称为非终端形状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不可以被继续剖分的形状称为终端形状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二分形状语义生成形状的过程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对初始形状不断应用语义规则，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直到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所有的形状都是终端形状为止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buClr>
                <a:srgbClr val="00B050"/>
              </a:buClr>
              <a:buNone/>
            </a:pPr>
            <a:endParaRPr lang="en-US" altLang="zh-CN" dirty="0" smtClean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407892635"/>
              </p:ext>
            </p:extLst>
          </p:nvPr>
        </p:nvGraphicFramePr>
        <p:xfrm>
          <a:off x="4729416" y="1726226"/>
          <a:ext cx="4320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7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示例：用二分形状语义表示一个简单的建筑立面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2" y="1825625"/>
            <a:ext cx="4220074" cy="4351338"/>
          </a:xfrm>
        </p:spPr>
        <p:txBody>
          <a:bodyPr>
            <a:normAutofit/>
          </a:bodyPr>
          <a:lstStyle/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初始形状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façade</a:t>
            </a: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终端形状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wall</a:t>
            </a: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终端形状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facadeWall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facadeWindow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floorWall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floorWindow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313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语义规则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Rule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façade → </a:t>
            </a:r>
            <a:r>
              <a:rPr lang="en-US" altLang="zh-CN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floorWall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facadeWall</a:t>
            </a:r>
            <a:endParaRPr lang="zh-CN" altLang="en-US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Rule 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facadeFloor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floorWall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en-US" altLang="zh-CN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facadeWall</a:t>
            </a:r>
            <a:endParaRPr lang="en-US" altLang="zh-CN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Rule 3: 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facadeWall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wall+ </a:t>
            </a:r>
            <a:r>
              <a:rPr lang="en-US" altLang="zh-CN" dirty="0" err="1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facadeFloor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Rule 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floorWall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↓ wall+ </a:t>
            </a:r>
            <a:r>
              <a:rPr lang="en-US" altLang="zh-CN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floorWindow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Rule 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floorWindow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↓ window+ </a:t>
            </a:r>
            <a:r>
              <a:rPr lang="en-US" altLang="zh-CN" dirty="0" err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floorWall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indent="0">
              <a:buClr>
                <a:srgbClr val="00B050"/>
              </a:buClr>
              <a:buNone/>
            </a:pPr>
            <a:endParaRPr lang="en-US" altLang="zh-CN" dirty="0" smtClean="0"/>
          </a:p>
          <a:p>
            <a:pPr marL="728663" lvl="1" indent="-214313">
              <a:buClr>
                <a:srgbClr val="00B050"/>
              </a:buClr>
              <a:buFont typeface="Wingdings" panose="05000000000000000000" pitchFamily="2" charset="2"/>
              <a:buChar char="u"/>
            </a:pPr>
            <a:endParaRPr lang="en-US" altLang="zh-CN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093" y="2198605"/>
            <a:ext cx="4457700" cy="3807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内容占位符 2"/>
          <p:cNvSpPr txBox="1">
            <a:spLocks/>
          </p:cNvSpPr>
          <p:nvPr/>
        </p:nvSpPr>
        <p:spPr>
          <a:xfrm>
            <a:off x="2968355" y="1347218"/>
            <a:ext cx="5892464" cy="1086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None/>
              <a:defRPr lang="zh-CN" sz="1200" kern="1200"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zh-CN" sz="1050" kern="1200"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zh-CN" sz="900" kern="1200"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zh-CN" sz="825" kern="1200"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900"/>
              </a:spcAft>
              <a:buFont typeface="Arial" panose="020B0604020202020204" pitchFamily="34" charset="0"/>
              <a:buChar char="•"/>
              <a:defRPr lang="zh-CN" sz="825" kern="1200"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lang="zh-CN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 smtClean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给定一个建筑立面的点云，如何得到可以描述它的最佳的剖分树（语义规则的应用序列）？</a:t>
            </a:r>
          </a:p>
          <a:p>
            <a:endParaRPr lang="zh-CN" altLang="en-US" sz="1800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2232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马尔科夫决策过程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1" y="1825625"/>
            <a:ext cx="6710611" cy="4351338"/>
          </a:xfrm>
        </p:spPr>
        <p:txBody>
          <a:bodyPr>
            <a:normAutofit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1600" dirty="0" smtClean="0"/>
              <a:t>Agent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Environment</a:t>
            </a:r>
            <a:r>
              <a:rPr lang="zh-CN" altLang="en-US" sz="1600" dirty="0" smtClean="0"/>
              <a:t>的交互</a:t>
            </a:r>
            <a:endParaRPr lang="en-US" altLang="zh-CN" sz="1600" dirty="0" smtClean="0"/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en-US" altLang="zh-CN" sz="1600" dirty="0" smtClean="0"/>
              <a:t>Agent</a:t>
            </a:r>
            <a:r>
              <a:rPr lang="zh-CN" altLang="en-US" sz="1600" dirty="0" smtClean="0"/>
              <a:t>的目标：最大化长期回报值</a:t>
            </a:r>
            <a:endParaRPr lang="en-US" altLang="zh-CN" sz="1600" dirty="0" smtClean="0"/>
          </a:p>
          <a:p>
            <a:pPr>
              <a:buClr>
                <a:srgbClr val="00B050"/>
              </a:buClr>
            </a:pPr>
            <a:endParaRPr lang="en-US" altLang="zh-CN" sz="1600" dirty="0" smtClean="0"/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/>
              <a:t>策略</a:t>
            </a:r>
            <a:r>
              <a:rPr lang="el-GR" altLang="zh-CN" sz="1600" dirty="0" smtClean="0"/>
              <a:t>π</a:t>
            </a:r>
            <a:r>
              <a:rPr lang="zh-CN" altLang="en-US" sz="1600" dirty="0" smtClean="0"/>
              <a:t>描述了在某个状态下选择某个行为的概率，用</a:t>
            </a:r>
            <a:r>
              <a:rPr lang="en-US" altLang="zh-CN" sz="1600" dirty="0" smtClean="0"/>
              <a:t>V</a:t>
            </a:r>
            <a:r>
              <a:rPr lang="zh-CN" altLang="en-US" sz="1600" dirty="0" smtClean="0"/>
              <a:t>函数描述策略的好坏：</a:t>
            </a:r>
            <a:endParaRPr lang="en-US" altLang="zh-CN" sz="1600" dirty="0"/>
          </a:p>
          <a:p>
            <a:pPr>
              <a:buClr>
                <a:srgbClr val="00B050"/>
              </a:buClr>
            </a:pPr>
            <a:r>
              <a:rPr lang="en-US" altLang="zh-CN" sz="1600" dirty="0" smtClean="0"/>
              <a:t>        V</a:t>
            </a:r>
            <a:r>
              <a:rPr lang="zh-CN" altLang="en-US" sz="1600" dirty="0" smtClean="0"/>
              <a:t>函数表示在某个状态下按照策略</a:t>
            </a:r>
            <a:r>
              <a:rPr lang="el-GR" altLang="zh-CN" sz="1600" dirty="0" smtClean="0"/>
              <a:t>π</a:t>
            </a:r>
            <a:r>
              <a:rPr lang="zh-CN" altLang="en-US" sz="1600" dirty="0" smtClean="0"/>
              <a:t>决策，</a:t>
            </a:r>
            <a:r>
              <a:rPr lang="en-US" altLang="zh-CN" sz="1600" dirty="0" smtClean="0"/>
              <a:t>agent</a:t>
            </a:r>
            <a:r>
              <a:rPr lang="zh-CN" altLang="en-US" sz="1600" dirty="0" smtClean="0"/>
              <a:t>能得到的长期回报值。</a:t>
            </a:r>
            <a:endParaRPr lang="en-US" altLang="zh-CN" sz="1600" dirty="0" smtClean="0"/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/>
              <a:t>增强学习改进策略的公式</a:t>
            </a:r>
            <a:endParaRPr lang="en-US" altLang="zh-CN" sz="1600" dirty="0" smtClean="0"/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endParaRPr lang="en-US" altLang="zh-CN" dirty="0" smtClean="0"/>
          </a:p>
          <a:p>
            <a:pPr>
              <a:buClr>
                <a:srgbClr val="00B050"/>
              </a:buClr>
            </a:pPr>
            <a:endParaRPr lang="zh-CN" altLang="en-US" dirty="0"/>
          </a:p>
        </p:txBody>
      </p:sp>
      <p:pic>
        <p:nvPicPr>
          <p:cNvPr id="1026" name="Picture 2" descr="r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33" y="1355475"/>
            <a:ext cx="47720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850804"/>
              </p:ext>
            </p:extLst>
          </p:nvPr>
        </p:nvGraphicFramePr>
        <p:xfrm>
          <a:off x="1541477" y="2858204"/>
          <a:ext cx="1526575" cy="594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2" r:id="rId4" imgW="940617" imgH="432175" progId="Equation.DSMT4">
                  <p:embed/>
                </p:oleObj>
              </mc:Choice>
              <mc:Fallback>
                <p:oleObj r:id="rId4" imgW="940617" imgH="4321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77" y="2858204"/>
                        <a:ext cx="1526575" cy="5949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853180"/>
              </p:ext>
            </p:extLst>
          </p:nvPr>
        </p:nvGraphicFramePr>
        <p:xfrm>
          <a:off x="1703038" y="4001294"/>
          <a:ext cx="3927741" cy="509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3" r:id="rId6" imgW="2780093" imgH="431613" progId="Equation.DSMT4">
                  <p:embed/>
                </p:oleObj>
              </mc:Choice>
              <mc:Fallback>
                <p:oleObj r:id="rId6" imgW="2780093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038" y="4001294"/>
                        <a:ext cx="3927741" cy="5098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945569"/>
              </p:ext>
            </p:extLst>
          </p:nvPr>
        </p:nvGraphicFramePr>
        <p:xfrm>
          <a:off x="1000581" y="5801519"/>
          <a:ext cx="3926519" cy="375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" r:id="rId8" imgW="2388637" imgH="228699" progId="Equation.DSMT4">
                  <p:embed/>
                </p:oleObj>
              </mc:Choice>
              <mc:Fallback>
                <p:oleObj r:id="rId8" imgW="2388637" imgH="22869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581" y="5801519"/>
                        <a:ext cx="3926519" cy="3754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052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最佳形状语义求解</a:t>
            </a:r>
            <a:endParaRPr 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628652" y="1825625"/>
                <a:ext cx="7281634" cy="4734832"/>
              </a:xfrm>
            </p:spPr>
            <p:txBody>
              <a:bodyPr>
                <a:normAutofit lnSpcReduction="10000"/>
              </a:bodyPr>
              <a:lstStyle/>
              <a:p>
                <a:pPr marL="171450" indent="-1714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剖分的过程可以用马尔可夫决策过程来描述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 =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立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面剖分的过程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Environment = 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剖分树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 </a:t>
                </a:r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剖分树中的节点。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285750">
                  <a:buClr>
                    <a:srgbClr val="00B050"/>
                  </a:buClr>
                  <a:buFont typeface="Wingdings" panose="05000000000000000000" pitchFamily="2" charset="2"/>
                  <a:buChar char="ü"/>
                </a:pP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在剖分的每一步，</a:t>
                </a: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Agent</a:t>
                </a: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都位于剖分树的某个结点上</a:t>
                </a:r>
                <a:endParaRPr lang="en-US" altLang="zh-CN" sz="145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71450" indent="-1714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行为</a:t>
                </a:r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语法规则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长期回报值</a:t>
                </a:r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𝑓𝑎𝑐𝑎𝑑𝑒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)|</m:t>
                        </m:r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600" dirty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1600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zh-CN" altLang="en-US" sz="16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 </m:t>
                        </m:r>
                      </m:e>
                    </m:nary>
                  </m:oMath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2857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s(x, y)</a:t>
                </a: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剖分得到的点</a:t>
                </a: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45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x,y</a:t>
                </a: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属于的建筑结构类别</a:t>
                </a:r>
                <a:endParaRPr lang="en-US" altLang="zh-CN" sz="145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285750">
                  <a:buClr>
                    <a:srgbClr val="00B05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P(s(x, y)|x, y) </a:t>
                </a: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真实情况下点</a:t>
                </a: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145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x,y</a:t>
                </a: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属于建筑类别</a:t>
                </a:r>
                <a:r>
                  <a:rPr lang="en-US" altLang="zh-CN" sz="14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s(x, </a:t>
                </a:r>
                <a:r>
                  <a:rPr lang="en-US" altLang="zh-CN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y)</a:t>
                </a:r>
                <a:r>
                  <a:rPr lang="zh-CN" altLang="en-US" sz="145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的概率</a:t>
                </a:r>
                <a:endParaRPr lang="zh-CN" altLang="en-US" sz="14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2" y="1825625"/>
                <a:ext cx="7281634" cy="4734832"/>
              </a:xfrm>
              <a:blipFill rotWithShape="0">
                <a:blip r:embed="rId2"/>
                <a:stretch>
                  <a:fillRect l="-3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122057" y="2609396"/>
            <a:ext cx="4393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如何得到真实情况的点（</a:t>
            </a:r>
            <a:r>
              <a:rPr lang="en-US" altLang="zh-CN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zh-CN" altLang="en-US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y</a:t>
            </a:r>
            <a:r>
              <a:rPr lang="zh-CN" altLang="en-US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）属于建筑类别</a:t>
            </a:r>
            <a:r>
              <a:rPr lang="en-US" altLang="zh-CN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的概率</a:t>
            </a:r>
            <a:r>
              <a:rPr lang="en-US" altLang="zh-CN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p(</a:t>
            </a:r>
            <a:r>
              <a:rPr lang="en-US" altLang="zh-CN" sz="2400" dirty="0" err="1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a|x</a:t>
            </a:r>
            <a:r>
              <a:rPr lang="en-US" altLang="zh-CN" sz="2400" dirty="0" smtClean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 y) ?</a:t>
            </a:r>
            <a:endParaRPr lang="zh-CN" altLang="en-US" sz="2400" dirty="0">
              <a:ln w="0"/>
              <a:solidFill>
                <a:srgbClr val="00B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153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5"/>
          <p:cNvGrpSpPr>
            <a:grpSpLocks noChangeAspect="1"/>
          </p:cNvGrpSpPr>
          <p:nvPr/>
        </p:nvGrpSpPr>
        <p:grpSpPr bwMode="auto">
          <a:xfrm>
            <a:off x="3897279" y="1376271"/>
            <a:ext cx="5038725" cy="2893060"/>
            <a:chOff x="0" y="0"/>
            <a:chExt cx="7286" cy="4184"/>
          </a:xfrm>
        </p:grpSpPr>
        <p:pic>
          <p:nvPicPr>
            <p:cNvPr id="3078" name="Picture 6" descr="screenshot-139900893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88" t="14627" r="32626" b="7164"/>
            <a:stretch>
              <a:fillRect/>
            </a:stretch>
          </p:blipFill>
          <p:spPr bwMode="auto">
            <a:xfrm>
              <a:off x="0" y="0"/>
              <a:ext cx="3232" cy="4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9" name="Picture 7" descr="grid_label_colo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" y="0"/>
              <a:ext cx="3334" cy="4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用预分类的结果近似表示建筑结构的概率分布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2" y="1825624"/>
            <a:ext cx="5830205" cy="4623301"/>
          </a:xfrm>
        </p:spPr>
        <p:txBody>
          <a:bodyPr>
            <a:normAutofit fontScale="55000" lnSpcReduction="20000"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3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  <a:endParaRPr lang="en-US" altLang="zh-CN" sz="23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去除噪声</a:t>
            </a:r>
            <a:endParaRPr lang="en-US" altLang="zh-CN" sz="19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转换坐标系，将建筑立面对其到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X-Y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平面</a:t>
            </a:r>
            <a:endParaRPr lang="en-US" altLang="zh-CN" sz="19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面的网格分割，合并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相同，</a:t>
            </a:r>
            <a:r>
              <a:rPr lang="en-US" altLang="zh-CN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不同的网格</a:t>
            </a:r>
            <a:endParaRPr lang="en-US" altLang="zh-CN" sz="19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3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网格特征提取</a:t>
            </a:r>
            <a:endParaRPr lang="en-US" altLang="zh-CN" sz="23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</a:t>
            </a: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endParaRPr lang="en-US" altLang="zh-CN" sz="19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深度</a:t>
            </a:r>
            <a:endParaRPr lang="en-US" altLang="zh-CN" sz="19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19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密度</a:t>
            </a:r>
            <a:endParaRPr lang="en-US" altLang="zh-CN" sz="19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3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支持向量机分类</a:t>
            </a:r>
            <a:endParaRPr lang="en-US" altLang="zh-CN" sz="23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交互选取样本</a:t>
            </a:r>
            <a:endParaRPr lang="en-US" altLang="zh-CN" sz="2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1" indent="-34290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训练、预测</a:t>
            </a:r>
            <a:endParaRPr lang="en-US" altLang="zh-CN" sz="2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u"/>
            </a:pPr>
            <a:endParaRPr lang="en-US" altLang="zh-CN" sz="1600" dirty="0" smtClean="0"/>
          </a:p>
        </p:txBody>
      </p:sp>
      <p:grpSp>
        <p:nvGrpSpPr>
          <p:cNvPr id="16" name="Group 12"/>
          <p:cNvGrpSpPr>
            <a:grpSpLocks noChangeAspect="1"/>
          </p:cNvGrpSpPr>
          <p:nvPr/>
        </p:nvGrpSpPr>
        <p:grpSpPr bwMode="auto">
          <a:xfrm>
            <a:off x="3939494" y="2746234"/>
            <a:ext cx="5038725" cy="2176427"/>
            <a:chOff x="0" y="0"/>
            <a:chExt cx="9111" cy="3934"/>
          </a:xfrm>
        </p:grpSpPr>
        <p:pic>
          <p:nvPicPr>
            <p:cNvPr id="3085" name="Picture 54" descr="C:\Users\Xu Xiang\workspace\facade-parsing\Experiments3\cathedral\grid_label_color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9" y="30"/>
              <a:ext cx="4422" cy="3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6" name="Picture 57" descr="C:\Users\Xu Xiang\workspace\facade-parsing\PassThroughFilter\screenshot-1398578080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410" t="16246" r="29375" b="18207"/>
            <a:stretch>
              <a:fillRect/>
            </a:stretch>
          </p:blipFill>
          <p:spPr bwMode="auto">
            <a:xfrm>
              <a:off x="0" y="0"/>
              <a:ext cx="4422" cy="39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" name="Group 21"/>
          <p:cNvGrpSpPr>
            <a:grpSpLocks noChangeAspect="1"/>
          </p:cNvGrpSpPr>
          <p:nvPr/>
        </p:nvGrpSpPr>
        <p:grpSpPr bwMode="auto">
          <a:xfrm>
            <a:off x="3897279" y="4765273"/>
            <a:ext cx="5038725" cy="1444361"/>
            <a:chOff x="0" y="0"/>
            <a:chExt cx="9495" cy="2722"/>
          </a:xfrm>
        </p:grpSpPr>
        <p:pic>
          <p:nvPicPr>
            <p:cNvPr id="3094" name="Picture 22" descr="grid_label_color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0" y="0"/>
              <a:ext cx="4815" cy="2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5" name="Picture 23" descr="screenshot-139890976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48" t="11205" r="13965" b="13446"/>
            <a:stretch>
              <a:fillRect/>
            </a:stretch>
          </p:blipFill>
          <p:spPr bwMode="auto">
            <a:xfrm>
              <a:off x="0" y="1"/>
              <a:ext cx="4462" cy="2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050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3710" y="2283903"/>
            <a:ext cx="7200000" cy="38160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8421" y="2259195"/>
            <a:ext cx="7200000" cy="3816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4" r="20916"/>
          <a:stretch/>
        </p:blipFill>
        <p:spPr>
          <a:xfrm>
            <a:off x="4955060" y="2370400"/>
            <a:ext cx="4188940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3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680" y="2155018"/>
            <a:ext cx="7200000" cy="3816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0966" y="2147729"/>
            <a:ext cx="7200000" cy="3816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0" t="-246" r="27048" b="246"/>
          <a:stretch/>
        </p:blipFill>
        <p:spPr>
          <a:xfrm>
            <a:off x="4596714" y="1554133"/>
            <a:ext cx="4337222" cy="501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4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en-US" dirty="0" smtClean="0"/>
              <a:t>结果：科技楼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5102" y="1982024"/>
            <a:ext cx="7200000" cy="3816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5102" y="1969669"/>
            <a:ext cx="7200000" cy="3816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30" r="26316"/>
          <a:stretch/>
        </p:blipFill>
        <p:spPr>
          <a:xfrm>
            <a:off x="4942707" y="1788144"/>
            <a:ext cx="4019198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8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5491" y="1747245"/>
            <a:ext cx="9144000" cy="4846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3127" y="1752185"/>
            <a:ext cx="9144000" cy="4846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6" r="29459"/>
          <a:stretch/>
        </p:blipFill>
        <p:spPr>
          <a:xfrm>
            <a:off x="4250724" y="1920240"/>
            <a:ext cx="4028303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5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63270" y="1682210"/>
            <a:ext cx="9144000" cy="4846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38557" y="1690398"/>
            <a:ext cx="9144000" cy="48463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21" r="33684"/>
          <a:stretch/>
        </p:blipFill>
        <p:spPr>
          <a:xfrm>
            <a:off x="4620126" y="1414914"/>
            <a:ext cx="3007895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9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2548" y="1619451"/>
            <a:ext cx="9144000" cy="4846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2548" y="1616646"/>
            <a:ext cx="9144000" cy="4846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22" r="26081"/>
          <a:stretch/>
        </p:blipFill>
        <p:spPr>
          <a:xfrm>
            <a:off x="5276334" y="1613841"/>
            <a:ext cx="3867666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189" y="1523286"/>
            <a:ext cx="9144000" cy="52311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8189" y="1542471"/>
            <a:ext cx="9144000" cy="52311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8" r="31081"/>
          <a:stretch/>
        </p:blipFill>
        <p:spPr>
          <a:xfrm>
            <a:off x="4361935" y="1406548"/>
            <a:ext cx="3731741" cy="523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6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结论和不足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2" y="1825625"/>
            <a:ext cx="6854990" cy="4351338"/>
          </a:xfrm>
        </p:spPr>
        <p:txBody>
          <a:bodyPr>
            <a:normAutofit/>
          </a:bodyPr>
          <a:lstStyle/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使用形状语义的方法可以灵活地对多种风格的建筑进行建模，并且可以有效地应对对称的建筑立面点云缺失的情况。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的二分形状语义对立面进行解译，在解译后再添加深度信息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，但是这种方法却不是一种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的处理立面建模的方式。最自然的方式是应用三维的形状语义到立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强化学习采用表格来表示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函数，虽然采用了稀疏矩阵来应对极大的状态量，但是对于状态没有简化，最好是采用函数近似的方式。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在点云的预分类中采用了支持向量机的方法，需要交互式地选取训练样本，使得整个建模过程无法实现完全意义上的自动化，应该在保证效果的情况下采取其它的分类方法自动分类。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66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谢谢</a:t>
            </a:r>
            <a:r>
              <a:rPr lang="zh-CN" altLang="en-US" sz="2800" dirty="0" smtClean="0"/>
              <a:t>！请</a:t>
            </a:r>
            <a:r>
              <a:rPr lang="zh-CN" altLang="en-US" sz="2800" dirty="0"/>
              <a:t>老师提问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364051"/>
            <a:ext cx="4320000" cy="310641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8822"/>
            <a:ext cx="4680000" cy="1859178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163" y="1555739"/>
            <a:ext cx="4680000" cy="198087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6094" y="3264130"/>
            <a:ext cx="4680000" cy="167584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000" y="4468426"/>
            <a:ext cx="4680000" cy="229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16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8DBC0A1-66E1-4B9D-88C2-9B3A32A214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欢迎使用 PowerPoint</Template>
  <TotalTime>0</TotalTime>
  <Words>736</Words>
  <Application>Microsoft Office PowerPoint</Application>
  <PresentationFormat>全屏显示(4:3)</PresentationFormat>
  <Paragraphs>93</Paragraphs>
  <Slides>18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Microsoft YaHei UI</vt:lpstr>
      <vt:lpstr>宋体</vt:lpstr>
      <vt:lpstr>微软雅黑</vt:lpstr>
      <vt:lpstr>Arial</vt:lpstr>
      <vt:lpstr>Calibri</vt:lpstr>
      <vt:lpstr>Cambria Math</vt:lpstr>
      <vt:lpstr>Segoe UI</vt:lpstr>
      <vt:lpstr>Segoe UI Light</vt:lpstr>
      <vt:lpstr>Wingdings</vt:lpstr>
      <vt:lpstr>WelcomeDoc</vt:lpstr>
      <vt:lpstr>Equation.DSMT4</vt:lpstr>
      <vt:lpstr>基于形状语义和增强学习的建筑立面点云解译与重建的方法</vt:lpstr>
      <vt:lpstr>研究背景及意义</vt:lpstr>
      <vt:lpstr>建筑立面建模研究现状</vt:lpstr>
      <vt:lpstr>形状语义</vt:lpstr>
      <vt:lpstr>二分形状语义</vt:lpstr>
      <vt:lpstr>示例：用二分形状语义表示一个简单的建筑立面</vt:lpstr>
      <vt:lpstr>马尔科夫决策过程</vt:lpstr>
      <vt:lpstr>最佳形状语义求解</vt:lpstr>
      <vt:lpstr>用预分类的结果近似表示建筑结构的概率分布</vt:lpstr>
      <vt:lpstr>实验结果</vt:lpstr>
      <vt:lpstr>实验结果</vt:lpstr>
      <vt:lpstr>实验结果：科技楼</vt:lpstr>
      <vt:lpstr>实验结果</vt:lpstr>
      <vt:lpstr>实验结果</vt:lpstr>
      <vt:lpstr>实验结果</vt:lpstr>
      <vt:lpstr>实验结果</vt:lpstr>
      <vt:lpstr>结论和不足</vt:lpstr>
      <vt:lpstr>谢谢！请老师提问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2014-05-08T11:51:39Z</dcterms:created>
  <dcterms:modified xsi:type="dcterms:W3CDTF">2014-05-10T08:00:43Z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